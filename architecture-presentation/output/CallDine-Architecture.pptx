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109c2e2b0a4798" /><Relationship Type="http://schemas.openxmlformats.org/officeDocument/2006/relationships/extended-properties" Target="/docProps/app.xml" Id="R9f42fe60937049d3" /><Relationship Type="http://schemas.openxmlformats.org/officeDocument/2006/relationships/officeDocument" Target="/ppt/presentation.xml" Id="Ra79f00c617e54a3b" /></Relationships>
</file>

<file path=ppt/presentation.xml><?xml version="1.0" encoding="utf-8"?>
<p:presentation xmlns:p="http://schemas.openxmlformats.org/presentationml/2006/main">
  <p:sldMasterIdLst>
    <p:sldMasterId xmlns:r="http://schemas.openxmlformats.org/officeDocument/2006/relationships" id="2147483648" r:id="R5f8096e56eca429b"/>
  </p:sldMasterIdLst>
  <p:notesMasterIdLst>
    <p:notesMasterId xmlns:r="http://schemas.openxmlformats.org/officeDocument/2006/relationships" r:id="Rd4d87b39dbe741f3"/>
  </p:notesMasterIdLst>
  <p:sldIdLst>
    <p:sldId xmlns:r="http://schemas.openxmlformats.org/officeDocument/2006/relationships" id="256" r:id="Ra783417886b9440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e3820880864c13" /><Relationship Type="http://schemas.openxmlformats.org/officeDocument/2006/relationships/slideMaster" Target="/ppt/slideMasters/slideMaster1.xml" Id="R5f8096e56eca429b" /><Relationship Type="http://schemas.openxmlformats.org/officeDocument/2006/relationships/notesMaster" Target="/ppt/notesMasters/notesMaster1.xml" Id="Rd4d87b39dbe741f3" /><Relationship Type="http://schemas.openxmlformats.org/officeDocument/2006/relationships/presProps" Target="/ppt/presProps.xml" Id="R560bace0154d457e" /><Relationship Type="http://schemas.openxmlformats.org/officeDocument/2006/relationships/tableStyles" Target="/ppt/tableStyles.xml" Id="R041d76f57c934253" /><Relationship Type="http://schemas.openxmlformats.org/officeDocument/2006/relationships/slide" Target="/ppt/slides/slide1.xml" Id="Ra783417886b944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aff4d3d20540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d7093620f94fda" /><Relationship Type="http://schemas.openxmlformats.org/officeDocument/2006/relationships/notesMaster" Target="/ppt/notesMasters/notesMaster1.xml" Id="R6e000dab979948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uses the Next.js interface and server API proxy. FastAPI coordinates chat, voice, knowledge, orders and reservations. Controlled services call Bedrock, S3, Textract, Transcribe and Polly through AWS clients. Knowledge search uses Qdrant, while repositories access SQLite. The browser connects to Chime separately and FastAPI creates the session. Guardrails are optional chat configuration. SageMaker remains planned. CloudWatch and Secrets Manager have client factories only. Solid lines represent source-code paths, not verified live AWS operation. AWS hosting is not established.</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a8dc551cf043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9bb465949341af" /><Relationship Type="http://schemas.openxmlformats.org/officeDocument/2006/relationships/slideLayout" Target="/ppt/slideLayouts/slideLayout1.xml" Id="R3320abe76f374b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20abe76f374b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ad71ba44dd471b" /><Relationship Type="http://schemas.openxmlformats.org/officeDocument/2006/relationships/image" Target="/ppt/media/image.png" Id="R24e562616eea4d2a" /><Relationship Type="http://schemas.openxmlformats.org/officeDocument/2006/relationships/image" Target="/ppt/media/image2.png" Id="Rdd33fbe746684933" /><Relationship Type="http://schemas.openxmlformats.org/officeDocument/2006/relationships/image" Target="/ppt/media/image3.png" Id="R3594ed3ee8f14e2e" /><Relationship Type="http://schemas.openxmlformats.org/officeDocument/2006/relationships/image" Target="/ppt/media/image4.png" Id="R2d3581c5fb8b49bc" /><Relationship Type="http://schemas.openxmlformats.org/officeDocument/2006/relationships/image" Target="/ppt/media/image5.png" Id="Rf8f6f7ae520f40d4" /><Relationship Type="http://schemas.openxmlformats.org/officeDocument/2006/relationships/image" Target="/ppt/media/image6.png" Id="Rd5e193968e4b46cf" /><Relationship Type="http://schemas.openxmlformats.org/officeDocument/2006/relationships/image" Target="/ppt/media/image7.png" Id="R3609076e1e294371" /><Relationship Type="http://schemas.openxmlformats.org/officeDocument/2006/relationships/image" Target="/ppt/media/image8.png" Id="Re558ff81f39d47f4" /><Relationship Type="http://schemas.openxmlformats.org/officeDocument/2006/relationships/image" Target="/ppt/media/image9.png" Id="Re02264f470084604" /><Relationship Type="http://schemas.openxmlformats.org/officeDocument/2006/relationships/image" Target="/ppt/media/image10.png" Id="R1a190b48bccc44f6" /><Relationship Type="http://schemas.openxmlformats.org/officeDocument/2006/relationships/image" Target="/ppt/media/image11.png" Id="Ra3b9ad679c104f18" /><Relationship Type="http://schemas.openxmlformats.org/officeDocument/2006/relationships/image" Target="/ppt/media/image12.png" Id="R3c341fde71654767" /><Relationship Type="http://schemas.openxmlformats.org/officeDocument/2006/relationships/image" Target="/ppt/media/image13.png" Id="Rc5d9eaec695443a1" /><Relationship Type="http://schemas.openxmlformats.org/officeDocument/2006/relationships/image" Target="/ppt/media/image14.png" Id="Rf19ebf1e8cdb4b05" /><Relationship Type="http://schemas.openxmlformats.org/officeDocument/2006/relationships/image" Target="/ppt/media/image15.png" Id="R9ad6a4d4c05344c8" /><Relationship Type="http://schemas.openxmlformats.org/officeDocument/2006/relationships/notesSlide" Target="/ppt/notesSlides/notesSlide1.xml" Id="R397b311088ba4eef"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24e562616eea4d2a"/>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A01788-402B-4DE8-935D-3E5C23BD2A12}"/>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3AB1FCB6-1E0A-48F4-A40F-C017B467B1A4}"/>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Complete system architecture</a:t>
            </a:r>
          </a:p>
        </p:txBody>
      </p:sp>
      <p:sp>
        <p:nvSpPr>
          <p:cNvPr id="4" name="">
            <a:extLst xmlns:a="http://schemas.openxmlformats.org/drawingml/2006/main">
              <a:ext uri="{FF2B5EF4-FFF2-40B4-BE49-F238E27FC236}">
                <a16:creationId xmlns:a16="http://schemas.microsoft.com/office/drawing/2014/main" id="{04CFDB38-393F-49D9-8399-AD322DE8B300}"/>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Application services coordinate AI, voice, restaurant data and knowledge retrieval.</a:t>
            </a:r>
          </a:p>
        </p:txBody>
      </p:sp>
      <p:sp>
        <p:nvSpPr>
          <p:cNvPr id="5" name="">
            <a:extLst xmlns:a="http://schemas.openxmlformats.org/drawingml/2006/main">
              <a:ext uri="{FF2B5EF4-FFF2-40B4-BE49-F238E27FC236}">
                <a16:creationId xmlns:a16="http://schemas.microsoft.com/office/drawing/2014/main" id="{2497DBC9-C363-4A0D-BEAC-FCD09BBE5AC9}"/>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01</a:t>
            </a:r>
          </a:p>
        </p:txBody>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dd33fbe746684933"/>
          <a:stretch xmlns:a="http://schemas.openxmlformats.org/drawingml/2006/main"/>
        </p:blipFill>
        <p:spPr>
          <a:xfrm xmlns:a="http://schemas.openxmlformats.org/drawingml/2006/main">
            <a:off x="14829518" y="114300"/>
            <a:ext cx="2630714" cy="1381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833F78B-DC9C-4E4A-BA41-628AE909143A}"/>
              </a:ext>
            </a:extLst>
          </p:cNvPr>
          <p:cNvSpPr>
            <a:spLocks xmlns:a="http://schemas.openxmlformats.org/drawingml/2006/main" noGrp="1"/>
          </p:cNvSpPr>
          <p:nvPr/>
        </p:nvSpPr>
        <p:spPr>
          <a:xfrm xmlns:a="http://schemas.openxmlformats.org/drawingml/2006/main">
            <a:off x="571500" y="2847975"/>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9502F"/>
                </a:solidFill>
                <a:latin typeface="Arial"/>
                <a:ea typeface="Arial"/>
                <a:cs typeface="Arial"/>
              </a:defRPr>
            </a:pPr>
            <a:r>
              <a:rPr sz="1800" b="1">
                <a:solidFill>
                  <a:srgbClr val="C9502F"/>
                </a:solidFill>
                <a:latin typeface="Arial"/>
                <a:ea typeface="Arial"/>
                <a:cs typeface="Arial"/>
              </a:rPr>
              <a:t>APPLICATION RUNTIME</a:t>
            </a:r>
          </a:p>
        </p:txBody>
      </p:sp>
      <p:sp>
        <p:nvSpPr>
          <p:cNvPr id="8" name="">
            <a:extLst xmlns:a="http://schemas.openxmlformats.org/drawingml/2006/main">
              <a:ext uri="{FF2B5EF4-FFF2-40B4-BE49-F238E27FC236}">
                <a16:creationId xmlns:a16="http://schemas.microsoft.com/office/drawing/2014/main" id="{73CF28EE-F694-494D-90C3-02CEF67E93B4}"/>
              </a:ext>
            </a:extLst>
          </p:cNvPr>
          <p:cNvSpPr>
            <a:spLocks xmlns:a="http://schemas.openxmlformats.org/drawingml/2006/main" noGrp="1"/>
          </p:cNvSpPr>
          <p:nvPr/>
        </p:nvSpPr>
        <p:spPr>
          <a:xfrm xmlns:a="http://schemas.openxmlformats.org/drawingml/2006/main">
            <a:off x="12573000" y="27813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9502F"/>
                </a:solidFill>
                <a:latin typeface="Arial"/>
                <a:ea typeface="Arial"/>
                <a:cs typeface="Arial"/>
              </a:defRPr>
            </a:pPr>
            <a:r>
              <a:rPr sz="1800" b="1">
                <a:solidFill>
                  <a:srgbClr val="C9502F"/>
                </a:solidFill>
                <a:latin typeface="Arial"/>
                <a:ea typeface="Arial"/>
                <a:cs typeface="Arial"/>
              </a:rPr>
              <a:t>AWS MANAGED SERVICES</a:t>
            </a:r>
          </a:p>
        </p:txBody>
      </p:sp>
      <p:sp>
        <p:nvSpPr>
          <p:cNvPr id="9" name="">
            <a:extLst xmlns:a="http://schemas.openxmlformats.org/drawingml/2006/main">
              <a:ext uri="{FF2B5EF4-FFF2-40B4-BE49-F238E27FC236}">
                <a16:creationId xmlns:a16="http://schemas.microsoft.com/office/drawing/2014/main" id="{FD5393CC-9E59-46AF-AFDC-E0FD989DB141}"/>
              </a:ext>
            </a:extLst>
          </p:cNvPr>
          <p:cNvSpPr>
            <a:spLocks xmlns:a="http://schemas.openxmlformats.org/drawingml/2006/main" noGrp="1"/>
          </p:cNvSpPr>
          <p:nvPr/>
        </p:nvSpPr>
        <p:spPr>
          <a:xfrm xmlns:a="http://schemas.openxmlformats.org/drawingml/2006/main">
            <a:off x="571500" y="3333750"/>
            <a:ext cx="2619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3594ed3ee8f14e2e"/>
          <a:stretch xmlns:a="http://schemas.openxmlformats.org/drawingml/2006/main"/>
        </p:blipFill>
        <p:spPr>
          <a:xfrm xmlns:a="http://schemas.openxmlformats.org/drawingml/2006/main">
            <a:off x="762000" y="3524250"/>
            <a:ext cx="609600" cy="6096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A5C922E-A1EC-4CBD-88DD-0CCEABFDABA2}"/>
              </a:ext>
            </a:extLst>
          </p:cNvPr>
          <p:cNvSpPr>
            <a:spLocks xmlns:a="http://schemas.openxmlformats.org/drawingml/2006/main" noGrp="1"/>
          </p:cNvSpPr>
          <p:nvPr/>
        </p:nvSpPr>
        <p:spPr>
          <a:xfrm xmlns:a="http://schemas.openxmlformats.org/drawingml/2006/main">
            <a:off x="1514475" y="3543300"/>
            <a:ext cx="1457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Browser</a:t>
            </a:r>
          </a:p>
        </p:txBody>
      </p:sp>
      <p:sp>
        <p:nvSpPr>
          <p:cNvPr id="12" name="">
            <a:extLst xmlns:a="http://schemas.openxmlformats.org/drawingml/2006/main">
              <a:ext uri="{FF2B5EF4-FFF2-40B4-BE49-F238E27FC236}">
                <a16:creationId xmlns:a16="http://schemas.microsoft.com/office/drawing/2014/main" id="{C9437E13-0C65-499B-A887-81E98E35124E}"/>
              </a:ext>
            </a:extLst>
          </p:cNvPr>
          <p:cNvSpPr>
            <a:spLocks xmlns:a="http://schemas.openxmlformats.org/drawingml/2006/main" noGrp="1"/>
          </p:cNvSpPr>
          <p:nvPr/>
        </p:nvSpPr>
        <p:spPr>
          <a:xfrm xmlns:a="http://schemas.openxmlformats.org/drawingml/2006/main">
            <a:off x="790575" y="4381500"/>
            <a:ext cx="21812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Customer + admin</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Voice and text</a:t>
            </a:r>
          </a:p>
        </p:txBody>
      </p:sp>
      <p:sp>
        <p:nvSpPr>
          <p:cNvPr id="13" name="">
            <a:extLst xmlns:a="http://schemas.openxmlformats.org/drawingml/2006/main">
              <a:ext uri="{FF2B5EF4-FFF2-40B4-BE49-F238E27FC236}">
                <a16:creationId xmlns:a16="http://schemas.microsoft.com/office/drawing/2014/main" id="{B1C5C9A6-8345-47A3-AB20-1F4233ECCEBF}"/>
              </a:ext>
            </a:extLst>
          </p:cNvPr>
          <p:cNvSpPr>
            <a:spLocks xmlns:a="http://schemas.openxmlformats.org/drawingml/2006/main" noGrp="1"/>
          </p:cNvSpPr>
          <p:nvPr/>
        </p:nvSpPr>
        <p:spPr>
          <a:xfrm xmlns:a="http://schemas.openxmlformats.org/drawingml/2006/main">
            <a:off x="3667125" y="3333750"/>
            <a:ext cx="276225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2d3581c5fb8b49bc"/>
          <a:stretch xmlns:a="http://schemas.openxmlformats.org/drawingml/2006/main"/>
        </p:blipFill>
        <p:spPr>
          <a:xfrm xmlns:a="http://schemas.openxmlformats.org/drawingml/2006/main">
            <a:off x="3857625" y="3524250"/>
            <a:ext cx="609600" cy="6096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A48F1878-815F-44D7-93E5-DD0626E857F5}"/>
              </a:ext>
            </a:extLst>
          </p:cNvPr>
          <p:cNvSpPr>
            <a:spLocks xmlns:a="http://schemas.openxmlformats.org/drawingml/2006/main" noGrp="1"/>
          </p:cNvSpPr>
          <p:nvPr/>
        </p:nvSpPr>
        <p:spPr>
          <a:xfrm xmlns:a="http://schemas.openxmlformats.org/drawingml/2006/main">
            <a:off x="4610100" y="3543300"/>
            <a:ext cx="1600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Next.js</a:t>
            </a:r>
          </a:p>
        </p:txBody>
      </p:sp>
      <p:sp>
        <p:nvSpPr>
          <p:cNvPr id="16" name="">
            <a:extLst xmlns:a="http://schemas.openxmlformats.org/drawingml/2006/main">
              <a:ext uri="{FF2B5EF4-FFF2-40B4-BE49-F238E27FC236}">
                <a16:creationId xmlns:a16="http://schemas.microsoft.com/office/drawing/2014/main" id="{8BB7F693-8709-4F41-8EC9-EA3B2EB5680F}"/>
              </a:ext>
            </a:extLst>
          </p:cNvPr>
          <p:cNvSpPr>
            <a:spLocks xmlns:a="http://schemas.openxmlformats.org/drawingml/2006/main" noGrp="1"/>
          </p:cNvSpPr>
          <p:nvPr/>
        </p:nvSpPr>
        <p:spPr>
          <a:xfrm xmlns:a="http://schemas.openxmlformats.org/drawingml/2006/main">
            <a:off x="3886200" y="4381500"/>
            <a:ext cx="2324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Interface + API proxy</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Local port 3000</a:t>
            </a:r>
          </a:p>
        </p:txBody>
      </p:sp>
      <p:sp>
        <p:nvSpPr>
          <p:cNvPr id="17" name="">
            <a:extLst xmlns:a="http://schemas.openxmlformats.org/drawingml/2006/main">
              <a:ext uri="{FF2B5EF4-FFF2-40B4-BE49-F238E27FC236}">
                <a16:creationId xmlns:a16="http://schemas.microsoft.com/office/drawing/2014/main" id="{64D95D08-902C-462C-9763-210A61B2E4EF}"/>
              </a:ext>
            </a:extLst>
          </p:cNvPr>
          <p:cNvSpPr>
            <a:spLocks xmlns:a="http://schemas.openxmlformats.org/drawingml/2006/main" noGrp="1"/>
          </p:cNvSpPr>
          <p:nvPr/>
        </p:nvSpPr>
        <p:spPr>
          <a:xfrm xmlns:a="http://schemas.openxmlformats.org/drawingml/2006/main">
            <a:off x="7191375" y="3333750"/>
            <a:ext cx="371475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5ACD3A97-0E0E-4274-99A9-57EDBD51775E}"/>
              </a:ext>
            </a:extLst>
          </p:cNvPr>
          <p:cNvSpPr>
            <a:spLocks xmlns:a="http://schemas.openxmlformats.org/drawingml/2006/main" noGrp="1"/>
          </p:cNvSpPr>
          <p:nvPr/>
        </p:nvSpPr>
        <p:spPr>
          <a:xfrm xmlns:a="http://schemas.openxmlformats.org/drawingml/2006/main">
            <a:off x="7381875" y="3524250"/>
            <a:ext cx="609600" cy="6096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f8f6f7ae520f40d4"/>
          <a:stretch xmlns:a="http://schemas.openxmlformats.org/drawingml/2006/main"/>
        </p:blipFill>
        <p:spPr>
          <a:xfrm xmlns:a="http://schemas.openxmlformats.org/drawingml/2006/main">
            <a:off x="7381875" y="3524250"/>
            <a:ext cx="609600" cy="6096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DB5BB234-74B9-4609-93E9-C4284DC1440E}"/>
              </a:ext>
            </a:extLst>
          </p:cNvPr>
          <p:cNvSpPr>
            <a:spLocks xmlns:a="http://schemas.openxmlformats.org/drawingml/2006/main" noGrp="1"/>
          </p:cNvSpPr>
          <p:nvPr/>
        </p:nvSpPr>
        <p:spPr>
          <a:xfrm xmlns:a="http://schemas.openxmlformats.org/drawingml/2006/main">
            <a:off x="8134350" y="3543300"/>
            <a:ext cx="2552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FastAPI</a:t>
            </a:r>
          </a:p>
        </p:txBody>
      </p:sp>
      <p:sp>
        <p:nvSpPr>
          <p:cNvPr id="21" name="">
            <a:extLst xmlns:a="http://schemas.openxmlformats.org/drawingml/2006/main">
              <a:ext uri="{FF2B5EF4-FFF2-40B4-BE49-F238E27FC236}">
                <a16:creationId xmlns:a16="http://schemas.microsoft.com/office/drawing/2014/main" id="{F0709895-E041-4C9A-BF8C-7919C651E44B}"/>
              </a:ext>
            </a:extLst>
          </p:cNvPr>
          <p:cNvSpPr>
            <a:spLocks xmlns:a="http://schemas.openxmlformats.org/drawingml/2006/main" noGrp="1"/>
          </p:cNvSpPr>
          <p:nvPr/>
        </p:nvSpPr>
        <p:spPr>
          <a:xfrm xmlns:a="http://schemas.openxmlformats.org/drawingml/2006/main">
            <a:off x="7410450" y="4381500"/>
            <a:ext cx="327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Routes + service orchestration</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Local port 8000</a:t>
            </a:r>
          </a:p>
        </p:txBody>
      </p:sp>
      <p:cxnSp>
        <p:nvCxnSpPr>
          <p:cNvPr id="101" name=""/>
          <p:cNvCxnSpPr>
            <a:stCxn xmlns:a="http://schemas.openxmlformats.org/drawingml/2006/main" id="9" idx="3"/>
            <a:endCxn xmlns:a="http://schemas.openxmlformats.org/drawingml/2006/main" id="13" idx="1"/>
          </p:cNvCxnSpPr>
          <p:nvPr/>
        </p:nvCxnSpPr>
        <p:spPr>
          <a:xfrm xmlns:a="http://schemas.openxmlformats.org/drawingml/2006/main">
            <a:off x="3190875" y="4357688"/>
            <a:ext cx="476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02" name=""/>
          <p:cNvCxnSpPr>
            <a:stCxn xmlns:a="http://schemas.openxmlformats.org/drawingml/2006/main" id="13" idx="3"/>
            <a:endCxn xmlns:a="http://schemas.openxmlformats.org/drawingml/2006/main" id="17" idx="1"/>
          </p:cNvCxnSpPr>
          <p:nvPr/>
        </p:nvCxnSpPr>
        <p:spPr>
          <a:xfrm xmlns:a="http://schemas.openxmlformats.org/drawingml/2006/main">
            <a:off x="6429375" y="4357688"/>
            <a:ext cx="7620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24" name="">
            <a:extLst xmlns:a="http://schemas.openxmlformats.org/drawingml/2006/main">
              <a:ext uri="{FF2B5EF4-FFF2-40B4-BE49-F238E27FC236}">
                <a16:creationId xmlns:a16="http://schemas.microsoft.com/office/drawing/2014/main" id="{A7A740A9-E0DE-4120-99AA-3AADB1A84BA9}"/>
              </a:ext>
            </a:extLst>
          </p:cNvPr>
          <p:cNvSpPr>
            <a:spLocks xmlns:a="http://schemas.openxmlformats.org/drawingml/2006/main" noGrp="1"/>
          </p:cNvSpPr>
          <p:nvPr/>
        </p:nvSpPr>
        <p:spPr>
          <a:xfrm xmlns:a="http://schemas.openxmlformats.org/drawingml/2006/main">
            <a:off x="7191375" y="5905500"/>
            <a:ext cx="3714750" cy="1285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5" name="">
            <a:extLst xmlns:a="http://schemas.openxmlformats.org/drawingml/2006/main">
              <a:ext uri="{FF2B5EF4-FFF2-40B4-BE49-F238E27FC236}">
                <a16:creationId xmlns:a16="http://schemas.microsoft.com/office/drawing/2014/main" id="{157E2437-9AC2-4CD7-A02D-A1AF66479965}"/>
              </a:ext>
            </a:extLst>
          </p:cNvPr>
          <p:cNvSpPr>
            <a:spLocks xmlns:a="http://schemas.openxmlformats.org/drawingml/2006/main" noGrp="1"/>
          </p:cNvSpPr>
          <p:nvPr/>
        </p:nvSpPr>
        <p:spPr>
          <a:xfrm xmlns:a="http://schemas.openxmlformats.org/drawingml/2006/main">
            <a:off x="7410450" y="6115050"/>
            <a:ext cx="327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Chat + business tools</a:t>
            </a:r>
          </a:p>
        </p:txBody>
      </p:sp>
      <p:sp>
        <p:nvSpPr>
          <p:cNvPr id="26" name="">
            <a:extLst xmlns:a="http://schemas.openxmlformats.org/drawingml/2006/main">
              <a:ext uri="{FF2B5EF4-FFF2-40B4-BE49-F238E27FC236}">
                <a16:creationId xmlns:a16="http://schemas.microsoft.com/office/drawing/2014/main" id="{2FC0774E-A7D8-49EF-80DC-D4391F63A89B}"/>
              </a:ext>
            </a:extLst>
          </p:cNvPr>
          <p:cNvSpPr>
            <a:spLocks xmlns:a="http://schemas.openxmlformats.org/drawingml/2006/main" noGrp="1"/>
          </p:cNvSpPr>
          <p:nvPr/>
        </p:nvSpPr>
        <p:spPr>
          <a:xfrm xmlns:a="http://schemas.openxmlformats.org/drawingml/2006/main">
            <a:off x="7410450" y="6581775"/>
            <a:ext cx="327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Knowledge, voice, orders, bookings</a:t>
            </a:r>
          </a:p>
        </p:txBody>
      </p:sp>
      <p:cxnSp>
        <p:nvCxnSpPr>
          <p:cNvPr id="106" name=""/>
          <p:cNvCxnSpPr>
            <a:stCxn xmlns:a="http://schemas.openxmlformats.org/drawingml/2006/main" id="17" idx="2"/>
            <a:endCxn xmlns:a="http://schemas.openxmlformats.org/drawingml/2006/main" id="24" idx="0"/>
          </p:cNvCxnSpPr>
          <p:nvPr/>
        </p:nvCxnSpPr>
        <p:spPr>
          <a:xfrm xmlns:a="http://schemas.openxmlformats.org/drawingml/2006/main">
            <a:off x="9048750" y="5381625"/>
            <a:ext cx="0" cy="5238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28" name="">
            <a:extLst xmlns:a="http://schemas.openxmlformats.org/drawingml/2006/main">
              <a:ext uri="{FF2B5EF4-FFF2-40B4-BE49-F238E27FC236}">
                <a16:creationId xmlns:a16="http://schemas.microsoft.com/office/drawing/2014/main" id="{62A85363-E8D4-4D15-9575-D20C375DE573}"/>
              </a:ext>
            </a:extLst>
          </p:cNvPr>
          <p:cNvSpPr>
            <a:spLocks xmlns:a="http://schemas.openxmlformats.org/drawingml/2006/main" noGrp="1"/>
          </p:cNvSpPr>
          <p:nvPr/>
        </p:nvSpPr>
        <p:spPr>
          <a:xfrm xmlns:a="http://schemas.openxmlformats.org/drawingml/2006/main">
            <a:off x="3667125" y="5905500"/>
            <a:ext cx="2762250" cy="1285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9" name="">
            <a:extLst xmlns:a="http://schemas.openxmlformats.org/drawingml/2006/main">
              <a:ext uri="{FF2B5EF4-FFF2-40B4-BE49-F238E27FC236}">
                <a16:creationId xmlns:a16="http://schemas.microsoft.com/office/drawing/2014/main" id="{0AF24F8F-C6F5-4E63-AFE0-482C4A266542}"/>
              </a:ext>
            </a:extLst>
          </p:cNvPr>
          <p:cNvSpPr>
            <a:spLocks xmlns:a="http://schemas.openxmlformats.org/drawingml/2006/main" noGrp="1"/>
          </p:cNvSpPr>
          <p:nvPr/>
        </p:nvSpPr>
        <p:spPr>
          <a:xfrm xmlns:a="http://schemas.openxmlformats.org/drawingml/2006/main">
            <a:off x="3886200" y="6115050"/>
            <a:ext cx="2324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Qdrant in Docker</a:t>
            </a:r>
          </a:p>
        </p:txBody>
      </p:sp>
      <p:sp>
        <p:nvSpPr>
          <p:cNvPr id="30" name="">
            <a:extLst xmlns:a="http://schemas.openxmlformats.org/drawingml/2006/main">
              <a:ext uri="{FF2B5EF4-FFF2-40B4-BE49-F238E27FC236}">
                <a16:creationId xmlns:a16="http://schemas.microsoft.com/office/drawing/2014/main" id="{0C10A165-D273-4F2B-BCBD-3FFB75D931A7}"/>
              </a:ext>
            </a:extLst>
          </p:cNvPr>
          <p:cNvSpPr>
            <a:spLocks xmlns:a="http://schemas.openxmlformats.org/drawingml/2006/main" noGrp="1"/>
          </p:cNvSpPr>
          <p:nvPr/>
        </p:nvSpPr>
        <p:spPr>
          <a:xfrm xmlns:a="http://schemas.openxmlformats.org/drawingml/2006/main">
            <a:off x="3886200" y="6581775"/>
            <a:ext cx="23241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Knowledge vectors</a:t>
            </a:r>
          </a:p>
        </p:txBody>
      </p:sp>
      <p:cxnSp>
        <p:nvCxnSpPr>
          <p:cNvPr id="110" name=""/>
          <p:cNvCxnSpPr>
            <a:stCxn xmlns:a="http://schemas.openxmlformats.org/drawingml/2006/main" id="24" idx="1"/>
            <a:endCxn xmlns:a="http://schemas.openxmlformats.org/drawingml/2006/main" id="28" idx="3"/>
          </p:cNvCxnSpPr>
          <p:nvPr/>
        </p:nvCxnSpPr>
        <p:spPr>
          <a:xfrm xmlns:a="http://schemas.openxmlformats.org/drawingml/2006/main" flipH="1">
            <a:off x="6429375" y="6548438"/>
            <a:ext cx="762000" cy="0"/>
          </a:xfrm>
          <a:prstGeom xmlns:a="http://schemas.openxmlformats.org/drawingml/2006/main" prst="straightConnector1">
            <a:avLst/>
          </a:prstGeom>
          <a:ln xmlns:a="http://schemas.openxmlformats.org/drawingml/2006/main" w="28575">
            <a:solidFill>
              <a:srgbClr val="00897B"/>
            </a:solidFill>
            <a:prstDash val="solid"/>
            <a:tailEnd type="triangle" w="med" len="med"/>
          </a:ln>
        </p:spPr>
      </p:cxnSp>
      <p:sp>
        <p:nvSpPr>
          <p:cNvPr id="32" name="">
            <a:extLst xmlns:a="http://schemas.openxmlformats.org/drawingml/2006/main">
              <a:ext uri="{FF2B5EF4-FFF2-40B4-BE49-F238E27FC236}">
                <a16:creationId xmlns:a16="http://schemas.microsoft.com/office/drawing/2014/main" id="{F423E577-6C0F-481D-8C56-DAAF276A7C08}"/>
              </a:ext>
            </a:extLst>
          </p:cNvPr>
          <p:cNvSpPr>
            <a:spLocks xmlns:a="http://schemas.openxmlformats.org/drawingml/2006/main" noGrp="1"/>
          </p:cNvSpPr>
          <p:nvPr/>
        </p:nvSpPr>
        <p:spPr>
          <a:xfrm xmlns:a="http://schemas.openxmlformats.org/drawingml/2006/main">
            <a:off x="7191375" y="7620000"/>
            <a:ext cx="3714750" cy="1238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3" name="">
            <a:extLst xmlns:a="http://schemas.openxmlformats.org/drawingml/2006/main">
              <a:ext uri="{FF2B5EF4-FFF2-40B4-BE49-F238E27FC236}">
                <a16:creationId xmlns:a16="http://schemas.microsoft.com/office/drawing/2014/main" id="{EFEBF44C-857D-44AC-9286-09781E3ABF6B}"/>
              </a:ext>
            </a:extLst>
          </p:cNvPr>
          <p:cNvSpPr>
            <a:spLocks xmlns:a="http://schemas.openxmlformats.org/drawingml/2006/main" noGrp="1"/>
          </p:cNvSpPr>
          <p:nvPr/>
        </p:nvSpPr>
        <p:spPr>
          <a:xfrm xmlns:a="http://schemas.openxmlformats.org/drawingml/2006/main">
            <a:off x="7410450" y="7829550"/>
            <a:ext cx="327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Repositories</a:t>
            </a:r>
          </a:p>
        </p:txBody>
      </p:sp>
      <p:sp>
        <p:nvSpPr>
          <p:cNvPr id="34" name="">
            <a:extLst xmlns:a="http://schemas.openxmlformats.org/drawingml/2006/main">
              <a:ext uri="{FF2B5EF4-FFF2-40B4-BE49-F238E27FC236}">
                <a16:creationId xmlns:a16="http://schemas.microsoft.com/office/drawing/2014/main" id="{6A813C75-1666-465C-A1D7-C5E183BDBA6D}"/>
              </a:ext>
            </a:extLst>
          </p:cNvPr>
          <p:cNvSpPr>
            <a:spLocks xmlns:a="http://schemas.openxmlformats.org/drawingml/2006/main" noGrp="1"/>
          </p:cNvSpPr>
          <p:nvPr/>
        </p:nvSpPr>
        <p:spPr>
          <a:xfrm xmlns:a="http://schemas.openxmlformats.org/drawingml/2006/main">
            <a:off x="7410450" y="8296275"/>
            <a:ext cx="3276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SQLModel data access</a:t>
            </a:r>
          </a:p>
        </p:txBody>
      </p:sp>
      <p:cxnSp>
        <p:nvCxnSpPr>
          <p:cNvPr id="114" name=""/>
          <p:cNvCxnSpPr>
            <a:stCxn xmlns:a="http://schemas.openxmlformats.org/drawingml/2006/main" id="24" idx="2"/>
            <a:endCxn xmlns:a="http://schemas.openxmlformats.org/drawingml/2006/main" id="32" idx="0"/>
          </p:cNvCxnSpPr>
          <p:nvPr/>
        </p:nvCxnSpPr>
        <p:spPr>
          <a:xfrm xmlns:a="http://schemas.openxmlformats.org/drawingml/2006/main">
            <a:off x="9048750" y="7191375"/>
            <a:ext cx="0" cy="42862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36" name="">
            <a:extLst xmlns:a="http://schemas.openxmlformats.org/drawingml/2006/main">
              <a:ext uri="{FF2B5EF4-FFF2-40B4-BE49-F238E27FC236}">
                <a16:creationId xmlns:a16="http://schemas.microsoft.com/office/drawing/2014/main" id="{F837E02B-1027-4EC6-A416-834FF885EEB2}"/>
              </a:ext>
            </a:extLst>
          </p:cNvPr>
          <p:cNvSpPr>
            <a:spLocks xmlns:a="http://schemas.openxmlformats.org/drawingml/2006/main" noGrp="1"/>
          </p:cNvSpPr>
          <p:nvPr/>
        </p:nvSpPr>
        <p:spPr>
          <a:xfrm xmlns:a="http://schemas.openxmlformats.org/drawingml/2006/main">
            <a:off x="3667125" y="7620000"/>
            <a:ext cx="2762250" cy="1238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7" name="">
            <a:extLst xmlns:a="http://schemas.openxmlformats.org/drawingml/2006/main">
              <a:ext uri="{FF2B5EF4-FFF2-40B4-BE49-F238E27FC236}">
                <a16:creationId xmlns:a16="http://schemas.microsoft.com/office/drawing/2014/main" id="{3567393D-3DD0-4318-A5D1-67595E15F94C}"/>
              </a:ext>
            </a:extLst>
          </p:cNvPr>
          <p:cNvSpPr>
            <a:spLocks xmlns:a="http://schemas.openxmlformats.org/drawingml/2006/main" noGrp="1"/>
          </p:cNvSpPr>
          <p:nvPr/>
        </p:nvSpPr>
        <p:spPr>
          <a:xfrm xmlns:a="http://schemas.openxmlformats.org/drawingml/2006/main">
            <a:off x="3886200" y="7829550"/>
            <a:ext cx="2324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SQLite</a:t>
            </a:r>
          </a:p>
        </p:txBody>
      </p:sp>
      <p:sp>
        <p:nvSpPr>
          <p:cNvPr id="38" name="">
            <a:extLst xmlns:a="http://schemas.openxmlformats.org/drawingml/2006/main">
              <a:ext uri="{FF2B5EF4-FFF2-40B4-BE49-F238E27FC236}">
                <a16:creationId xmlns:a16="http://schemas.microsoft.com/office/drawing/2014/main" id="{11016ABC-F367-4E5C-8F50-D3385D93E768}"/>
              </a:ext>
            </a:extLst>
          </p:cNvPr>
          <p:cNvSpPr>
            <a:spLocks xmlns:a="http://schemas.openxmlformats.org/drawingml/2006/main" noGrp="1"/>
          </p:cNvSpPr>
          <p:nvPr/>
        </p:nvSpPr>
        <p:spPr>
          <a:xfrm xmlns:a="http://schemas.openxmlformats.org/drawingml/2006/main">
            <a:off x="3886200" y="8296275"/>
            <a:ext cx="2324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Operational records</a:t>
            </a:r>
          </a:p>
        </p:txBody>
      </p:sp>
      <p:cxnSp>
        <p:nvCxnSpPr>
          <p:cNvPr id="118" name=""/>
          <p:cNvCxnSpPr>
            <a:stCxn xmlns:a="http://schemas.openxmlformats.org/drawingml/2006/main" id="32" idx="1"/>
            <a:endCxn xmlns:a="http://schemas.openxmlformats.org/drawingml/2006/main" id="36" idx="3"/>
          </p:cNvCxnSpPr>
          <p:nvPr/>
        </p:nvCxnSpPr>
        <p:spPr>
          <a:xfrm xmlns:a="http://schemas.openxmlformats.org/drawingml/2006/main" flipH="1">
            <a:off x="6429375" y="8239125"/>
            <a:ext cx="7620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40" name="">
            <a:extLst xmlns:a="http://schemas.openxmlformats.org/drawingml/2006/main">
              <a:ext uri="{FF2B5EF4-FFF2-40B4-BE49-F238E27FC236}">
                <a16:creationId xmlns:a16="http://schemas.microsoft.com/office/drawing/2014/main" id="{91527971-50AB-4186-8B26-105E7229DC95}"/>
              </a:ext>
            </a:extLst>
          </p:cNvPr>
          <p:cNvSpPr>
            <a:spLocks xmlns:a="http://schemas.openxmlformats.org/drawingml/2006/main" noGrp="1"/>
          </p:cNvSpPr>
          <p:nvPr/>
        </p:nvSpPr>
        <p:spPr>
          <a:xfrm xmlns:a="http://schemas.openxmlformats.org/drawingml/2006/main">
            <a:off x="571500" y="5905500"/>
            <a:ext cx="2619375" cy="18097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20" name=""/>
          <p:cNvPicPr>
            <a:picLocks xmlns:a="http://schemas.openxmlformats.org/drawingml/2006/main" noChangeAspect="1"/>
          </p:cNvPicPr>
          <p:nvPr/>
        </p:nvPicPr>
        <p:blipFill>
          <a:blip xmlns:r="http://schemas.openxmlformats.org/officeDocument/2006/relationships" xmlns:a="http://schemas.openxmlformats.org/drawingml/2006/main" r:embed="Rd5e193968e4b46cf"/>
          <a:stretch xmlns:a="http://schemas.openxmlformats.org/drawingml/2006/main"/>
        </p:blipFill>
        <p:spPr>
          <a:xfrm xmlns:a="http://schemas.openxmlformats.org/drawingml/2006/main">
            <a:off x="762000" y="6096000"/>
            <a:ext cx="609600" cy="609600"/>
          </a:xfrm>
          <a:prstGeom xmlns:a="http://schemas.openxmlformats.org/drawingml/2006/main" prst="rect">
            <a:avLst/>
          </a:prstGeom>
        </p:spPr>
      </p:pic>
      <p:sp>
        <p:nvSpPr>
          <p:cNvPr id="42" name="">
            <a:extLst xmlns:a="http://schemas.openxmlformats.org/drawingml/2006/main">
              <a:ext uri="{FF2B5EF4-FFF2-40B4-BE49-F238E27FC236}">
                <a16:creationId xmlns:a16="http://schemas.microsoft.com/office/drawing/2014/main" id="{157DBCFF-DDC5-4CBA-BE56-FBCD640DEB87}"/>
              </a:ext>
            </a:extLst>
          </p:cNvPr>
          <p:cNvSpPr>
            <a:spLocks xmlns:a="http://schemas.openxmlformats.org/drawingml/2006/main" noGrp="1"/>
          </p:cNvSpPr>
          <p:nvPr/>
        </p:nvSpPr>
        <p:spPr>
          <a:xfrm xmlns:a="http://schemas.openxmlformats.org/drawingml/2006/main">
            <a:off x="1514475" y="6115050"/>
            <a:ext cx="1457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Chime SDK</a:t>
            </a:r>
          </a:p>
        </p:txBody>
      </p:sp>
      <p:sp>
        <p:nvSpPr>
          <p:cNvPr id="43" name="">
            <a:extLst xmlns:a="http://schemas.openxmlformats.org/drawingml/2006/main">
              <a:ext uri="{FF2B5EF4-FFF2-40B4-BE49-F238E27FC236}">
                <a16:creationId xmlns:a16="http://schemas.microsoft.com/office/drawing/2014/main" id="{D3F0DE9E-DEE7-4B2B-B2E7-E74944015754}"/>
              </a:ext>
            </a:extLst>
          </p:cNvPr>
          <p:cNvSpPr>
            <a:spLocks xmlns:a="http://schemas.openxmlformats.org/drawingml/2006/main" noGrp="1"/>
          </p:cNvSpPr>
          <p:nvPr/>
        </p:nvSpPr>
        <p:spPr>
          <a:xfrm xmlns:a="http://schemas.openxmlformats.org/drawingml/2006/main">
            <a:off x="790575" y="6953250"/>
            <a:ext cx="2181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Meeting media</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API session setup</a:t>
            </a:r>
          </a:p>
        </p:txBody>
      </p:sp>
      <p:cxnSp>
        <p:nvCxnSpPr>
          <p:cNvPr id="123" name=""/>
          <p:cNvCxnSpPr>
            <a:stCxn xmlns:a="http://schemas.openxmlformats.org/drawingml/2006/main" id="9" idx="2"/>
            <a:endCxn xmlns:a="http://schemas.openxmlformats.org/drawingml/2006/main" id="40" idx="0"/>
          </p:cNvCxnSpPr>
          <p:nvPr/>
        </p:nvCxnSpPr>
        <p:spPr>
          <a:xfrm xmlns:a="http://schemas.openxmlformats.org/drawingml/2006/main">
            <a:off x="1881188" y="5381625"/>
            <a:ext cx="0" cy="5238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45" name="">
            <a:extLst xmlns:a="http://schemas.openxmlformats.org/drawingml/2006/main">
              <a:ext uri="{FF2B5EF4-FFF2-40B4-BE49-F238E27FC236}">
                <a16:creationId xmlns:a16="http://schemas.microsoft.com/office/drawing/2014/main" id="{1E92C961-2F60-4000-B33B-9C21A9AF26A2}"/>
              </a:ext>
            </a:extLst>
          </p:cNvPr>
          <p:cNvSpPr>
            <a:spLocks xmlns:a="http://schemas.openxmlformats.org/drawingml/2006/main" noGrp="1"/>
          </p:cNvSpPr>
          <p:nvPr/>
        </p:nvSpPr>
        <p:spPr>
          <a:xfrm xmlns:a="http://schemas.openxmlformats.org/drawingml/2006/main">
            <a:off x="12573000" y="3286125"/>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3609076e1e294371"/>
          <a:stretch xmlns:a="http://schemas.openxmlformats.org/drawingml/2006/main"/>
        </p:blipFill>
        <p:spPr>
          <a:xfrm xmlns:a="http://schemas.openxmlformats.org/drawingml/2006/main">
            <a:off x="12763500" y="3476625"/>
            <a:ext cx="552450" cy="552450"/>
          </a:xfrm>
          <a:prstGeom xmlns:a="http://schemas.openxmlformats.org/drawingml/2006/main" prst="rect">
            <a:avLst/>
          </a:prstGeom>
        </p:spPr>
      </p:pic>
      <p:sp>
        <p:nvSpPr>
          <p:cNvPr id="47" name="">
            <a:extLst xmlns:a="http://schemas.openxmlformats.org/drawingml/2006/main">
              <a:ext uri="{FF2B5EF4-FFF2-40B4-BE49-F238E27FC236}">
                <a16:creationId xmlns:a16="http://schemas.microsoft.com/office/drawing/2014/main" id="{EEA40A8D-AE46-4FC4-BBBE-6B789F6CE323}"/>
              </a:ext>
            </a:extLst>
          </p:cNvPr>
          <p:cNvSpPr>
            <a:spLocks xmlns:a="http://schemas.openxmlformats.org/drawingml/2006/main" noGrp="1"/>
          </p:cNvSpPr>
          <p:nvPr/>
        </p:nvSpPr>
        <p:spPr>
          <a:xfrm xmlns:a="http://schemas.openxmlformats.org/drawingml/2006/main">
            <a:off x="13515975" y="3495675"/>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Bedrock</a:t>
            </a:r>
          </a:p>
        </p:txBody>
      </p:sp>
      <p:sp>
        <p:nvSpPr>
          <p:cNvPr id="48" name="">
            <a:extLst xmlns:a="http://schemas.openxmlformats.org/drawingml/2006/main">
              <a:ext uri="{FF2B5EF4-FFF2-40B4-BE49-F238E27FC236}">
                <a16:creationId xmlns:a16="http://schemas.microsoft.com/office/drawing/2014/main" id="{22020C27-1E09-4519-998D-592F3A7A341D}"/>
              </a:ext>
            </a:extLst>
          </p:cNvPr>
          <p:cNvSpPr>
            <a:spLocks xmlns:a="http://schemas.openxmlformats.org/drawingml/2006/main" noGrp="1"/>
          </p:cNvSpPr>
          <p:nvPr/>
        </p:nvSpPr>
        <p:spPr>
          <a:xfrm xmlns:a="http://schemas.openxmlformats.org/drawingml/2006/main">
            <a:off x="12573000" y="4419600"/>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28" name=""/>
          <p:cNvPicPr>
            <a:picLocks xmlns:a="http://schemas.openxmlformats.org/drawingml/2006/main" noChangeAspect="1"/>
          </p:cNvPicPr>
          <p:nvPr/>
        </p:nvPicPr>
        <p:blipFill>
          <a:blip xmlns:r="http://schemas.openxmlformats.org/officeDocument/2006/relationships" xmlns:a="http://schemas.openxmlformats.org/drawingml/2006/main" r:embed="Re558ff81f39d47f4"/>
          <a:stretch xmlns:a="http://schemas.openxmlformats.org/drawingml/2006/main"/>
        </p:blipFill>
        <p:spPr>
          <a:xfrm xmlns:a="http://schemas.openxmlformats.org/drawingml/2006/main">
            <a:off x="12763500" y="4610100"/>
            <a:ext cx="552450" cy="552450"/>
          </a:xfrm>
          <a:prstGeom xmlns:a="http://schemas.openxmlformats.org/drawingml/2006/main" prst="rect">
            <a:avLst/>
          </a:prstGeom>
        </p:spPr>
      </p:pic>
      <p:sp>
        <p:nvSpPr>
          <p:cNvPr id="50" name="">
            <a:extLst xmlns:a="http://schemas.openxmlformats.org/drawingml/2006/main">
              <a:ext uri="{FF2B5EF4-FFF2-40B4-BE49-F238E27FC236}">
                <a16:creationId xmlns:a16="http://schemas.microsoft.com/office/drawing/2014/main" id="{9EC2FBB5-2A5A-4C94-AC2D-0F452A756C0E}"/>
              </a:ext>
            </a:extLst>
          </p:cNvPr>
          <p:cNvSpPr>
            <a:spLocks xmlns:a="http://schemas.openxmlformats.org/drawingml/2006/main" noGrp="1"/>
          </p:cNvSpPr>
          <p:nvPr/>
        </p:nvSpPr>
        <p:spPr>
          <a:xfrm xmlns:a="http://schemas.openxmlformats.org/drawingml/2006/main">
            <a:off x="13515975" y="4629150"/>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S3</a:t>
            </a:r>
          </a:p>
        </p:txBody>
      </p:sp>
      <p:sp>
        <p:nvSpPr>
          <p:cNvPr id="51" name="">
            <a:extLst xmlns:a="http://schemas.openxmlformats.org/drawingml/2006/main">
              <a:ext uri="{FF2B5EF4-FFF2-40B4-BE49-F238E27FC236}">
                <a16:creationId xmlns:a16="http://schemas.microsoft.com/office/drawing/2014/main" id="{AA057FE6-5C5D-4400-A9A8-70789E8EAF49}"/>
              </a:ext>
            </a:extLst>
          </p:cNvPr>
          <p:cNvSpPr>
            <a:spLocks xmlns:a="http://schemas.openxmlformats.org/drawingml/2006/main" noGrp="1"/>
          </p:cNvSpPr>
          <p:nvPr/>
        </p:nvSpPr>
        <p:spPr>
          <a:xfrm xmlns:a="http://schemas.openxmlformats.org/drawingml/2006/main">
            <a:off x="12573000" y="5553075"/>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1" name=""/>
          <p:cNvPicPr>
            <a:picLocks xmlns:a="http://schemas.openxmlformats.org/drawingml/2006/main" noChangeAspect="1"/>
          </p:cNvPicPr>
          <p:nvPr/>
        </p:nvPicPr>
        <p:blipFill>
          <a:blip xmlns:r="http://schemas.openxmlformats.org/officeDocument/2006/relationships" xmlns:a="http://schemas.openxmlformats.org/drawingml/2006/main" r:embed="Re02264f470084604"/>
          <a:stretch xmlns:a="http://schemas.openxmlformats.org/drawingml/2006/main"/>
        </p:blipFill>
        <p:spPr>
          <a:xfrm xmlns:a="http://schemas.openxmlformats.org/drawingml/2006/main">
            <a:off x="12763500" y="5743575"/>
            <a:ext cx="552450" cy="552450"/>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35A5F84B-341C-410D-8C5E-A8CA6B91BC66}"/>
              </a:ext>
            </a:extLst>
          </p:cNvPr>
          <p:cNvSpPr>
            <a:spLocks xmlns:a="http://schemas.openxmlformats.org/drawingml/2006/main" noGrp="1"/>
          </p:cNvSpPr>
          <p:nvPr/>
        </p:nvSpPr>
        <p:spPr>
          <a:xfrm xmlns:a="http://schemas.openxmlformats.org/drawingml/2006/main">
            <a:off x="13515975" y="5762625"/>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Textract</a:t>
            </a:r>
          </a:p>
        </p:txBody>
      </p:sp>
      <p:sp>
        <p:nvSpPr>
          <p:cNvPr id="54" name="">
            <a:extLst xmlns:a="http://schemas.openxmlformats.org/drawingml/2006/main">
              <a:ext uri="{FF2B5EF4-FFF2-40B4-BE49-F238E27FC236}">
                <a16:creationId xmlns:a16="http://schemas.microsoft.com/office/drawing/2014/main" id="{B8190C5A-16B4-4B07-B28A-CAF097F8250B}"/>
              </a:ext>
            </a:extLst>
          </p:cNvPr>
          <p:cNvSpPr>
            <a:spLocks xmlns:a="http://schemas.openxmlformats.org/drawingml/2006/main" noGrp="1"/>
          </p:cNvSpPr>
          <p:nvPr/>
        </p:nvSpPr>
        <p:spPr>
          <a:xfrm xmlns:a="http://schemas.openxmlformats.org/drawingml/2006/main">
            <a:off x="12573000" y="6686550"/>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1a190b48bccc44f6"/>
          <a:stretch xmlns:a="http://schemas.openxmlformats.org/drawingml/2006/main"/>
        </p:blipFill>
        <p:spPr>
          <a:xfrm xmlns:a="http://schemas.openxmlformats.org/drawingml/2006/main">
            <a:off x="12763500" y="6877050"/>
            <a:ext cx="552450" cy="552450"/>
          </a:xfrm>
          <a:prstGeom xmlns:a="http://schemas.openxmlformats.org/drawingml/2006/main" prst="rect">
            <a:avLst/>
          </a:prstGeom>
        </p:spPr>
      </p:pic>
      <p:sp>
        <p:nvSpPr>
          <p:cNvPr id="56" name="">
            <a:extLst xmlns:a="http://schemas.openxmlformats.org/drawingml/2006/main">
              <a:ext uri="{FF2B5EF4-FFF2-40B4-BE49-F238E27FC236}">
                <a16:creationId xmlns:a16="http://schemas.microsoft.com/office/drawing/2014/main" id="{3A117CBB-48F5-4EF4-9EF8-33DAE5FE33AF}"/>
              </a:ext>
            </a:extLst>
          </p:cNvPr>
          <p:cNvSpPr>
            <a:spLocks xmlns:a="http://schemas.openxmlformats.org/drawingml/2006/main" noGrp="1"/>
          </p:cNvSpPr>
          <p:nvPr/>
        </p:nvSpPr>
        <p:spPr>
          <a:xfrm xmlns:a="http://schemas.openxmlformats.org/drawingml/2006/main">
            <a:off x="13515975" y="6896100"/>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Transcribe</a:t>
            </a:r>
          </a:p>
        </p:txBody>
      </p:sp>
      <p:sp>
        <p:nvSpPr>
          <p:cNvPr id="57" name="">
            <a:extLst xmlns:a="http://schemas.openxmlformats.org/drawingml/2006/main">
              <a:ext uri="{FF2B5EF4-FFF2-40B4-BE49-F238E27FC236}">
                <a16:creationId xmlns:a16="http://schemas.microsoft.com/office/drawing/2014/main" id="{3C95DF23-6892-4F42-AE1A-C0F804262E27}"/>
              </a:ext>
            </a:extLst>
          </p:cNvPr>
          <p:cNvSpPr>
            <a:spLocks xmlns:a="http://schemas.openxmlformats.org/drawingml/2006/main" noGrp="1"/>
          </p:cNvSpPr>
          <p:nvPr/>
        </p:nvSpPr>
        <p:spPr>
          <a:xfrm xmlns:a="http://schemas.openxmlformats.org/drawingml/2006/main">
            <a:off x="12573000" y="7820025"/>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7" name=""/>
          <p:cNvPicPr>
            <a:picLocks xmlns:a="http://schemas.openxmlformats.org/drawingml/2006/main" noChangeAspect="1"/>
          </p:cNvPicPr>
          <p:nvPr/>
        </p:nvPicPr>
        <p:blipFill>
          <a:blip xmlns:r="http://schemas.openxmlformats.org/officeDocument/2006/relationships" xmlns:a="http://schemas.openxmlformats.org/drawingml/2006/main" r:embed="Ra3b9ad679c104f18"/>
          <a:stretch xmlns:a="http://schemas.openxmlformats.org/drawingml/2006/main"/>
        </p:blipFill>
        <p:spPr>
          <a:xfrm xmlns:a="http://schemas.openxmlformats.org/drawingml/2006/main">
            <a:off x="12763500" y="8010525"/>
            <a:ext cx="552450" cy="552450"/>
          </a:xfrm>
          <a:prstGeom xmlns:a="http://schemas.openxmlformats.org/drawingml/2006/main" prst="rect">
            <a:avLst/>
          </a:prstGeom>
        </p:spPr>
      </p:pic>
      <p:sp>
        <p:nvSpPr>
          <p:cNvPr id="59" name="">
            <a:extLst xmlns:a="http://schemas.openxmlformats.org/drawingml/2006/main">
              <a:ext uri="{FF2B5EF4-FFF2-40B4-BE49-F238E27FC236}">
                <a16:creationId xmlns:a16="http://schemas.microsoft.com/office/drawing/2014/main" id="{FFA56494-700D-4490-92A1-24EB6E93273B}"/>
              </a:ext>
            </a:extLst>
          </p:cNvPr>
          <p:cNvSpPr>
            <a:spLocks xmlns:a="http://schemas.openxmlformats.org/drawingml/2006/main" noGrp="1"/>
          </p:cNvSpPr>
          <p:nvPr/>
        </p:nvSpPr>
        <p:spPr>
          <a:xfrm xmlns:a="http://schemas.openxmlformats.org/drawingml/2006/main">
            <a:off x="13515975" y="8029575"/>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Polly</a:t>
            </a:r>
          </a:p>
        </p:txBody>
      </p:sp>
      <p:sp>
        <p:nvSpPr>
          <p:cNvPr id="60" name="">
            <a:extLst xmlns:a="http://schemas.openxmlformats.org/drawingml/2006/main">
              <a:ext uri="{FF2B5EF4-FFF2-40B4-BE49-F238E27FC236}">
                <a16:creationId xmlns:a16="http://schemas.microsoft.com/office/drawing/2014/main" id="{AAE59890-00B9-4ADD-BC2B-C96DBE6FB98D}"/>
              </a:ext>
            </a:extLst>
          </p:cNvPr>
          <p:cNvSpPr>
            <a:spLocks xmlns:a="http://schemas.openxmlformats.org/drawingml/2006/main" noGrp="1"/>
          </p:cNvSpPr>
          <p:nvPr/>
        </p:nvSpPr>
        <p:spPr>
          <a:xfrm xmlns:a="http://schemas.openxmlformats.org/drawingml/2006/main">
            <a:off x="13515975" y="3876675"/>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GPT-OSS reasoning + Titan embeddings</a:t>
            </a:r>
          </a:p>
        </p:txBody>
      </p:sp>
      <p:sp>
        <p:nvSpPr>
          <p:cNvPr id="61" name="">
            <a:extLst xmlns:a="http://schemas.openxmlformats.org/drawingml/2006/main">
              <a:ext uri="{FF2B5EF4-FFF2-40B4-BE49-F238E27FC236}">
                <a16:creationId xmlns:a16="http://schemas.microsoft.com/office/drawing/2014/main" id="{C7A291EA-A2CA-40DB-8588-FE3019147402}"/>
              </a:ext>
            </a:extLst>
          </p:cNvPr>
          <p:cNvSpPr>
            <a:spLocks xmlns:a="http://schemas.openxmlformats.org/drawingml/2006/main" noGrp="1"/>
          </p:cNvSpPr>
          <p:nvPr/>
        </p:nvSpPr>
        <p:spPr>
          <a:xfrm xmlns:a="http://schemas.openxmlformats.org/drawingml/2006/main">
            <a:off x="13515975" y="5010150"/>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PDFs, menu images, call recordings</a:t>
            </a:r>
          </a:p>
        </p:txBody>
      </p:sp>
      <p:sp>
        <p:nvSpPr>
          <p:cNvPr id="62" name="">
            <a:extLst xmlns:a="http://schemas.openxmlformats.org/drawingml/2006/main">
              <a:ext uri="{FF2B5EF4-FFF2-40B4-BE49-F238E27FC236}">
                <a16:creationId xmlns:a16="http://schemas.microsoft.com/office/drawing/2014/main" id="{D4018F12-5393-47DE-8E60-1895DED052C9}"/>
              </a:ext>
            </a:extLst>
          </p:cNvPr>
          <p:cNvSpPr>
            <a:spLocks xmlns:a="http://schemas.openxmlformats.org/drawingml/2006/main" noGrp="1"/>
          </p:cNvSpPr>
          <p:nvPr/>
        </p:nvSpPr>
        <p:spPr>
          <a:xfrm xmlns:a="http://schemas.openxmlformats.org/drawingml/2006/main">
            <a:off x="13515975" y="6143625"/>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PDF text extraction</a:t>
            </a:r>
          </a:p>
        </p:txBody>
      </p:sp>
      <p:sp>
        <p:nvSpPr>
          <p:cNvPr id="63" name="">
            <a:extLst xmlns:a="http://schemas.openxmlformats.org/drawingml/2006/main">
              <a:ext uri="{FF2B5EF4-FFF2-40B4-BE49-F238E27FC236}">
                <a16:creationId xmlns:a16="http://schemas.microsoft.com/office/drawing/2014/main" id="{52919861-6A1C-423A-8615-437252DBD341}"/>
              </a:ext>
            </a:extLst>
          </p:cNvPr>
          <p:cNvSpPr>
            <a:spLocks xmlns:a="http://schemas.openxmlformats.org/drawingml/2006/main" noGrp="1"/>
          </p:cNvSpPr>
          <p:nvPr/>
        </p:nvSpPr>
        <p:spPr>
          <a:xfrm xmlns:a="http://schemas.openxmlformats.org/drawingml/2006/main">
            <a:off x="13515975" y="7277100"/>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Uploaded speech turns to text</a:t>
            </a:r>
          </a:p>
        </p:txBody>
      </p:sp>
      <p:sp>
        <p:nvSpPr>
          <p:cNvPr id="64" name="">
            <a:extLst xmlns:a="http://schemas.openxmlformats.org/drawingml/2006/main">
              <a:ext uri="{FF2B5EF4-FFF2-40B4-BE49-F238E27FC236}">
                <a16:creationId xmlns:a16="http://schemas.microsoft.com/office/drawing/2014/main" id="{B794CC79-2D9E-47B5-B934-A51C8485D0EF}"/>
              </a:ext>
            </a:extLst>
          </p:cNvPr>
          <p:cNvSpPr>
            <a:spLocks xmlns:a="http://schemas.openxmlformats.org/drawingml/2006/main" noGrp="1"/>
          </p:cNvSpPr>
          <p:nvPr/>
        </p:nvSpPr>
        <p:spPr>
          <a:xfrm xmlns:a="http://schemas.openxmlformats.org/drawingml/2006/main">
            <a:off x="13515975" y="8410575"/>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Neural voice synthesis</a:t>
            </a:r>
          </a:p>
        </p:txBody>
      </p:sp>
      <p:sp>
        <p:nvSpPr>
          <p:cNvPr id="65" name="">
            <a:extLst xmlns:a="http://schemas.openxmlformats.org/drawingml/2006/main">
              <a:ext uri="{FF2B5EF4-FFF2-40B4-BE49-F238E27FC236}">
                <a16:creationId xmlns:a16="http://schemas.microsoft.com/office/drawing/2014/main" id="{1D430EBA-3148-4C35-991F-0CECC59537AE}"/>
              </a:ext>
            </a:extLst>
          </p:cNvPr>
          <p:cNvSpPr>
            <a:spLocks xmlns:a="http://schemas.openxmlformats.org/drawingml/2006/main" noGrp="1"/>
          </p:cNvSpPr>
          <p:nvPr/>
        </p:nvSpPr>
        <p:spPr>
          <a:xfrm xmlns:a="http://schemas.openxmlformats.org/drawingml/2006/main">
            <a:off x="11715750" y="3781425"/>
            <a:ext cx="19050" cy="4533900"/>
          </a:xfrm>
          <a:prstGeom xmlns:a="http://schemas.openxmlformats.org/drawingml/2006/main" prst="rect">
            <a:avLst/>
          </a:prstGeom>
          <a:solidFill xmlns:a="http://schemas.openxmlformats.org/drawingml/2006/main">
            <a:srgbClr val="C9502F"/>
          </a:solidFill>
          <a:ln xmlns:a="http://schemas.openxmlformats.org/drawingml/2006/main" w="19050">
            <a:solidFill>
              <a:srgbClr val="C9502F"/>
            </a:solidFill>
            <a:prstDash val="solid"/>
          </a:ln>
        </p:spPr>
      </p:sp>
      <p:cxnSp>
        <p:nvCxnSpPr>
          <p:cNvPr id="145" name=""/>
          <p:cNvCxnSpPr>
            <a:stCxn xmlns:a="http://schemas.openxmlformats.org/drawingml/2006/main" id="17" idx="3"/>
            <a:endCxn xmlns:a="http://schemas.openxmlformats.org/drawingml/2006/main" id="65" idx="1"/>
          </p:cNvCxnSpPr>
          <p:nvPr/>
        </p:nvCxnSpPr>
        <p:spPr>
          <a:xfrm xmlns:a="http://schemas.openxmlformats.org/drawingml/2006/main">
            <a:off x="10906125" y="4357688"/>
            <a:ext cx="809625" cy="1690688"/>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cxnSp>
        <p:nvCxnSpPr>
          <p:cNvPr id="146" name=""/>
          <p:cNvCxnSpPr>
            <a:stCxn xmlns:a="http://schemas.openxmlformats.org/drawingml/2006/main" id="65" idx="3"/>
            <a:endCxn xmlns:a="http://schemas.openxmlformats.org/drawingml/2006/main" id="45" idx="1"/>
          </p:cNvCxnSpPr>
          <p:nvPr/>
        </p:nvCxnSpPr>
        <p:spPr>
          <a:xfrm xmlns:a="http://schemas.openxmlformats.org/drawingml/2006/main" flipV="1">
            <a:off x="11734800" y="3786188"/>
            <a:ext cx="838200" cy="2262188"/>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cxnSp>
        <p:nvCxnSpPr>
          <p:cNvPr id="147" name=""/>
          <p:cNvCxnSpPr>
            <a:stCxn xmlns:a="http://schemas.openxmlformats.org/drawingml/2006/main" id="65" idx="3"/>
            <a:endCxn xmlns:a="http://schemas.openxmlformats.org/drawingml/2006/main" id="48" idx="1"/>
          </p:cNvCxnSpPr>
          <p:nvPr/>
        </p:nvCxnSpPr>
        <p:spPr>
          <a:xfrm xmlns:a="http://schemas.openxmlformats.org/drawingml/2006/main" flipV="1">
            <a:off x="11734800" y="4919663"/>
            <a:ext cx="838200" cy="1128713"/>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cxnSp>
        <p:nvCxnSpPr>
          <p:cNvPr id="148" name=""/>
          <p:cNvCxnSpPr>
            <a:stCxn xmlns:a="http://schemas.openxmlformats.org/drawingml/2006/main" id="65" idx="3"/>
            <a:endCxn xmlns:a="http://schemas.openxmlformats.org/drawingml/2006/main" id="51" idx="1"/>
          </p:cNvCxnSpPr>
          <p:nvPr/>
        </p:nvCxnSpPr>
        <p:spPr>
          <a:xfrm xmlns:a="http://schemas.openxmlformats.org/drawingml/2006/main">
            <a:off x="11734800" y="6048375"/>
            <a:ext cx="838200" cy="4763"/>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cxnSp>
        <p:nvCxnSpPr>
          <p:cNvPr id="149" name=""/>
          <p:cNvCxnSpPr>
            <a:stCxn xmlns:a="http://schemas.openxmlformats.org/drawingml/2006/main" id="65" idx="3"/>
            <a:endCxn xmlns:a="http://schemas.openxmlformats.org/drawingml/2006/main" id="54" idx="1"/>
          </p:cNvCxnSpPr>
          <p:nvPr/>
        </p:nvCxnSpPr>
        <p:spPr>
          <a:xfrm xmlns:a="http://schemas.openxmlformats.org/drawingml/2006/main">
            <a:off x="11734800" y="6048375"/>
            <a:ext cx="838200" cy="1138238"/>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cxnSp>
        <p:nvCxnSpPr>
          <p:cNvPr id="150" name=""/>
          <p:cNvCxnSpPr>
            <a:stCxn xmlns:a="http://schemas.openxmlformats.org/drawingml/2006/main" id="65" idx="3"/>
            <a:endCxn xmlns:a="http://schemas.openxmlformats.org/drawingml/2006/main" id="57" idx="1"/>
          </p:cNvCxnSpPr>
          <p:nvPr/>
        </p:nvCxnSpPr>
        <p:spPr>
          <a:xfrm xmlns:a="http://schemas.openxmlformats.org/drawingml/2006/main">
            <a:off x="11734800" y="6048375"/>
            <a:ext cx="838200" cy="2271713"/>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pic>
        <p:nvPicPr>
          <p:cNvPr id="151" name=""/>
          <p:cNvPicPr>
            <a:picLocks xmlns:a="http://schemas.openxmlformats.org/drawingml/2006/main" noChangeAspect="1"/>
          </p:cNvPicPr>
          <p:nvPr/>
        </p:nvPicPr>
        <p:blipFill>
          <a:blip xmlns:r="http://schemas.openxmlformats.org/officeDocument/2006/relationships" xmlns:a="http://schemas.openxmlformats.org/drawingml/2006/main" r:embed="R3c341fde71654767"/>
          <a:stretch xmlns:a="http://schemas.openxmlformats.org/drawingml/2006/main"/>
        </p:blipFill>
        <p:spPr>
          <a:xfrm xmlns:a="http://schemas.openxmlformats.org/drawingml/2006/main">
            <a:off x="571500" y="9286875"/>
            <a:ext cx="457200" cy="457200"/>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6F094EE5-4A7D-42D5-A790-F4E08EC5C638}"/>
              </a:ext>
            </a:extLst>
          </p:cNvPr>
          <p:cNvSpPr>
            <a:spLocks xmlns:a="http://schemas.openxmlformats.org/drawingml/2006/main" noGrp="1"/>
          </p:cNvSpPr>
          <p:nvPr/>
        </p:nvSpPr>
        <p:spPr>
          <a:xfrm xmlns:a="http://schemas.openxmlformats.org/drawingml/2006/main">
            <a:off x="1143000" y="93630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Guardrails: optional</a:t>
            </a:r>
          </a:p>
        </p:txBody>
      </p:sp>
      <p:pic>
        <p:nvPicPr>
          <p:cNvPr id="153" name=""/>
          <p:cNvPicPr>
            <a:picLocks xmlns:a="http://schemas.openxmlformats.org/drawingml/2006/main" noChangeAspect="1"/>
          </p:cNvPicPr>
          <p:nvPr/>
        </p:nvPicPr>
        <p:blipFill>
          <a:blip xmlns:r="http://schemas.openxmlformats.org/officeDocument/2006/relationships" xmlns:a="http://schemas.openxmlformats.org/drawingml/2006/main" r:embed="Rc5d9eaec695443a1"/>
          <a:stretch xmlns:a="http://schemas.openxmlformats.org/drawingml/2006/main"/>
        </p:blipFill>
        <p:spPr>
          <a:xfrm xmlns:a="http://schemas.openxmlformats.org/drawingml/2006/main">
            <a:off x="4714875" y="9286875"/>
            <a:ext cx="457200" cy="457200"/>
          </a:xfrm>
          <a:prstGeom xmlns:a="http://schemas.openxmlformats.org/drawingml/2006/main" prst="rect">
            <a:avLst/>
          </a:prstGeom>
        </p:spPr>
      </p:pic>
      <p:sp>
        <p:nvSpPr>
          <p:cNvPr id="75" name="">
            <a:extLst xmlns:a="http://schemas.openxmlformats.org/drawingml/2006/main">
              <a:ext uri="{FF2B5EF4-FFF2-40B4-BE49-F238E27FC236}">
                <a16:creationId xmlns:a16="http://schemas.microsoft.com/office/drawing/2014/main" id="{350B5091-CD5D-467D-A150-E55F0D6F6BEB}"/>
              </a:ext>
            </a:extLst>
          </p:cNvPr>
          <p:cNvSpPr>
            <a:spLocks xmlns:a="http://schemas.openxmlformats.org/drawingml/2006/main" noGrp="1"/>
          </p:cNvSpPr>
          <p:nvPr/>
        </p:nvSpPr>
        <p:spPr>
          <a:xfrm xmlns:a="http://schemas.openxmlformats.org/drawingml/2006/main">
            <a:off x="5286375" y="93630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05299"/>
                </a:solidFill>
                <a:latin typeface="Arial"/>
                <a:ea typeface="Arial"/>
                <a:cs typeface="Arial"/>
              </a:defRPr>
            </a:pPr>
            <a:r>
              <a:rPr sz="1800" b="0">
                <a:solidFill>
                  <a:srgbClr val="805299"/>
                </a:solidFill>
                <a:latin typeface="Arial"/>
                <a:ea typeface="Arial"/>
                <a:cs typeface="Arial"/>
              </a:rPr>
              <a:t>SageMaker: planned</a:t>
            </a:r>
          </a:p>
        </p:txBody>
      </p:sp>
      <p:pic>
        <p:nvPicPr>
          <p:cNvPr id="155" name=""/>
          <p:cNvPicPr>
            <a:picLocks xmlns:a="http://schemas.openxmlformats.org/drawingml/2006/main" noChangeAspect="1"/>
          </p:cNvPicPr>
          <p:nvPr/>
        </p:nvPicPr>
        <p:blipFill>
          <a:blip xmlns:r="http://schemas.openxmlformats.org/officeDocument/2006/relationships" xmlns:a="http://schemas.openxmlformats.org/drawingml/2006/main" r:embed="Rf19ebf1e8cdb4b05"/>
          <a:stretch xmlns:a="http://schemas.openxmlformats.org/drawingml/2006/main"/>
        </p:blipFill>
        <p:spPr>
          <a:xfrm xmlns:a="http://schemas.openxmlformats.org/drawingml/2006/main">
            <a:off x="9096375" y="9286875"/>
            <a:ext cx="457200" cy="457200"/>
          </a:xfrm>
          <a:prstGeom xmlns:a="http://schemas.openxmlformats.org/drawingml/2006/main" prst="rect">
            <a:avLst/>
          </a:prstGeom>
        </p:spPr>
      </p:pic>
      <p:sp>
        <p:nvSpPr>
          <p:cNvPr id="77" name="">
            <a:extLst xmlns:a="http://schemas.openxmlformats.org/drawingml/2006/main">
              <a:ext uri="{FF2B5EF4-FFF2-40B4-BE49-F238E27FC236}">
                <a16:creationId xmlns:a16="http://schemas.microsoft.com/office/drawing/2014/main" id="{1D6BA1F0-35D3-42BE-AC34-AEDF05BAB5F9}"/>
              </a:ext>
            </a:extLst>
          </p:cNvPr>
          <p:cNvSpPr>
            <a:spLocks xmlns:a="http://schemas.openxmlformats.org/drawingml/2006/main" noGrp="1"/>
          </p:cNvSpPr>
          <p:nvPr/>
        </p:nvSpPr>
        <p:spPr>
          <a:xfrm xmlns:a="http://schemas.openxmlformats.org/drawingml/2006/main">
            <a:off x="9667875" y="9363075"/>
            <a:ext cx="4191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CloudWatch: helper only</a:t>
            </a:r>
          </a:p>
        </p:txBody>
      </p:sp>
      <p:pic>
        <p:nvPicPr>
          <p:cNvPr id="157" name=""/>
          <p:cNvPicPr>
            <a:picLocks xmlns:a="http://schemas.openxmlformats.org/drawingml/2006/main" noChangeAspect="1"/>
          </p:cNvPicPr>
          <p:nvPr/>
        </p:nvPicPr>
        <p:blipFill>
          <a:blip xmlns:r="http://schemas.openxmlformats.org/officeDocument/2006/relationships" xmlns:a="http://schemas.openxmlformats.org/drawingml/2006/main" r:embed="R9ad6a4d4c05344c8"/>
          <a:stretch xmlns:a="http://schemas.openxmlformats.org/drawingml/2006/main"/>
        </p:blipFill>
        <p:spPr>
          <a:xfrm xmlns:a="http://schemas.openxmlformats.org/drawingml/2006/main">
            <a:off x="14097000" y="9286875"/>
            <a:ext cx="457200" cy="457200"/>
          </a:xfrm>
          <a:prstGeom xmlns:a="http://schemas.openxmlformats.org/drawingml/2006/main" prst="rect">
            <a:avLst/>
          </a:prstGeom>
        </p:spPr>
      </p:pic>
      <p:sp>
        <p:nvSpPr>
          <p:cNvPr id="79" name="">
            <a:extLst xmlns:a="http://schemas.openxmlformats.org/drawingml/2006/main">
              <a:ext uri="{FF2B5EF4-FFF2-40B4-BE49-F238E27FC236}">
                <a16:creationId xmlns:a16="http://schemas.microsoft.com/office/drawing/2014/main" id="{95E53B7E-CD54-44A4-A156-BD7FC9C126A7}"/>
              </a:ext>
            </a:extLst>
          </p:cNvPr>
          <p:cNvSpPr>
            <a:spLocks xmlns:a="http://schemas.openxmlformats.org/drawingml/2006/main" noGrp="1"/>
          </p:cNvSpPr>
          <p:nvPr/>
        </p:nvSpPr>
        <p:spPr>
          <a:xfrm xmlns:a="http://schemas.openxmlformats.org/drawingml/2006/main">
            <a:off x="14668500" y="9363075"/>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Secrets: helper only</a:t>
            </a:r>
          </a:p>
        </p:txBody>
      </p:sp>
    </p:spTree>
    <p:extLst>
      <p:ext uri="{BB962C8B-B14F-4D97-AF65-F5344CB8AC3E}">
        <p14:creationId xmlns:p14="http://schemas.microsoft.com/office/powerpoint/2010/main" val="2508812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2026-09-12T13:18:41.3250000Z</dcterms:created>
  <dcterms:modified xsi:type="dcterms:W3CDTF">2026-09-12T13:18:41.3250000Z</dcterms:modified>
</coreProperties>
</file>