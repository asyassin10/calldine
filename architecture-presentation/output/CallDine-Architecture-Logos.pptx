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aaf4aa7bc44b44" /><Relationship Type="http://schemas.openxmlformats.org/officeDocument/2006/relationships/extended-properties" Target="/docProps/app.xml" Id="R352f5b84db944c7f" /><Relationship Type="http://schemas.openxmlformats.org/officeDocument/2006/relationships/officeDocument" Target="/ppt/presentation.xml" Id="Rb1a06b9f286f4311" /></Relationships>
</file>

<file path=ppt/presentation.xml><?xml version="1.0" encoding="utf-8"?>
<p:presentation xmlns:p="http://schemas.openxmlformats.org/presentationml/2006/main">
  <p:sldMasterIdLst>
    <p:sldMasterId xmlns:r="http://schemas.openxmlformats.org/officeDocument/2006/relationships" id="2147483648" r:id="R7649595522504da5"/>
  </p:sldMasterIdLst>
  <p:notesMasterIdLst>
    <p:notesMasterId xmlns:r="http://schemas.openxmlformats.org/officeDocument/2006/relationships" r:id="R9ad07c4e3aaf48c7"/>
  </p:notesMasterIdLst>
  <p:sldIdLst>
    <p:sldId xmlns:r="http://schemas.openxmlformats.org/officeDocument/2006/relationships" id="256" r:id="Rc3c919c60ba64e1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8ffebaa1594d91" /><Relationship Type="http://schemas.openxmlformats.org/officeDocument/2006/relationships/slideMaster" Target="/ppt/slideMasters/slideMaster1.xml" Id="R7649595522504da5" /><Relationship Type="http://schemas.openxmlformats.org/officeDocument/2006/relationships/notesMaster" Target="/ppt/notesMasters/notesMaster1.xml" Id="R9ad07c4e3aaf48c7" /><Relationship Type="http://schemas.openxmlformats.org/officeDocument/2006/relationships/presProps" Target="/ppt/presProps.xml" Id="Rccf9af690f0e47ab" /><Relationship Type="http://schemas.openxmlformats.org/officeDocument/2006/relationships/tableStyles" Target="/ppt/tableStyles.xml" Id="R3e54d1a8c825480e" /><Relationship Type="http://schemas.openxmlformats.org/officeDocument/2006/relationships/slide" Target="/ppt/slides/slide1.xml" Id="Rc3c919c60ba64e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b8d2038b6a4d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4f7d3abfde45ac" /><Relationship Type="http://schemas.openxmlformats.org/officeDocument/2006/relationships/notesMaster" Target="/ppt/notesMasters/notesMaster1.xml" Id="R2f7cac8d96f64e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uses the Next.js interface and server API proxy. FastAPI coordinates chat, voice, knowledge, orders and reservations. Controlled services call Bedrock, S3, Textract, Transcribe and Polly through AWS clients. Knowledge search uses Qdrant, while repositories access SQLite. The browser connects to Chime separately and FastAPI creates the session. Guardrails are optional chat configuration. SageMaker remains planned. CloudWatch and Secrets Manager have client factories only. Solid lines represent source-code paths, not verified live AWS operation. AWS hosting is not established.</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c8983390a04e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61df62714e4c34" /><Relationship Type="http://schemas.openxmlformats.org/officeDocument/2006/relationships/slideLayout" Target="/ppt/slideLayouts/slideLayout1.xml" Id="Rcd057cbd3fc94e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057cbd3fc94e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708f0604f14405" /><Relationship Type="http://schemas.openxmlformats.org/officeDocument/2006/relationships/image" Target="/ppt/media/image.png" Id="R811af3809c344a02" /><Relationship Type="http://schemas.openxmlformats.org/officeDocument/2006/relationships/image" Target="/ppt/media/image2.png" Id="R6a6ccb22c65b49b5" /><Relationship Type="http://schemas.openxmlformats.org/officeDocument/2006/relationships/image" Target="/ppt/media/image3.png" Id="R11ea81cf64954d07" /><Relationship Type="http://schemas.openxmlformats.org/officeDocument/2006/relationships/image" Target="/ppt/media/image4.png" Id="R5c0104afb1014169" /><Relationship Type="http://schemas.openxmlformats.org/officeDocument/2006/relationships/image" Target="/ppt/media/image5.png" Id="R2c4f0ad6ddb04534" /><Relationship Type="http://schemas.openxmlformats.org/officeDocument/2006/relationships/image" Target="/ppt/media/image6.png" Id="Re885f700c53f40da" /><Relationship Type="http://schemas.openxmlformats.org/officeDocument/2006/relationships/image" Target="/ppt/media/image7.png" Id="Rf566531a7c57414e" /><Relationship Type="http://schemas.openxmlformats.org/officeDocument/2006/relationships/image" Target="/ppt/media/image8.png" Id="R872d7cf894534392" /><Relationship Type="http://schemas.openxmlformats.org/officeDocument/2006/relationships/image" Target="/ppt/media/image9.png" Id="Rfab4ebad2c1340be" /><Relationship Type="http://schemas.openxmlformats.org/officeDocument/2006/relationships/image" Target="/ppt/media/image10.png" Id="Rc5f62617b169415d" /><Relationship Type="http://schemas.openxmlformats.org/officeDocument/2006/relationships/image" Target="/ppt/media/image11.png" Id="R92796df7da9c479c" /><Relationship Type="http://schemas.openxmlformats.org/officeDocument/2006/relationships/image" Target="/ppt/media/image12.png" Id="Rf025161ca4684136" /><Relationship Type="http://schemas.openxmlformats.org/officeDocument/2006/relationships/image" Target="/ppt/media/image13.png" Id="Rd92b4cf4cf1445d6" /><Relationship Type="http://schemas.openxmlformats.org/officeDocument/2006/relationships/image" Target="/ppt/media/image14.png" Id="R07ab43e5b71345bc" /><Relationship Type="http://schemas.openxmlformats.org/officeDocument/2006/relationships/image" Target="/ppt/media/image15.png" Id="R8f880019607c42d7" /><Relationship Type="http://schemas.openxmlformats.org/officeDocument/2006/relationships/image" Target="/ppt/media/image16.png" Id="Rd9eaa099b28a4cb1" /><Relationship Type="http://schemas.openxmlformats.org/officeDocument/2006/relationships/image" Target="/ppt/media/image17.png" Id="Rf0300059bd28410b" /><Relationship Type="http://schemas.openxmlformats.org/officeDocument/2006/relationships/image" Target="/ppt/media/image18.png" Id="Rc141eaae2ef4420d" /><Relationship Type="http://schemas.openxmlformats.org/officeDocument/2006/relationships/notesSlide" Target="/ppt/notesSlides/notesSlide1.xml" Id="R19003bec60e74e5e"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811af3809c344a02"/>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6F4111-26F6-4CF4-A988-953334CE9593}"/>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241700F1-7B70-41D6-935A-F9BB5AD8445B}"/>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Complete system architecture</a:t>
            </a:r>
          </a:p>
        </p:txBody>
      </p:sp>
      <p:sp>
        <p:nvSpPr>
          <p:cNvPr id="4" name="">
            <a:extLst xmlns:a="http://schemas.openxmlformats.org/drawingml/2006/main">
              <a:ext uri="{FF2B5EF4-FFF2-40B4-BE49-F238E27FC236}">
                <a16:creationId xmlns:a16="http://schemas.microsoft.com/office/drawing/2014/main" id="{698D0A94-417D-45AC-8491-815C6A1EAC8B}"/>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Application services coordinate AI, voice, restaurant data and knowledge retrieval.</a:t>
            </a:r>
          </a:p>
        </p:txBody>
      </p:sp>
      <p:sp>
        <p:nvSpPr>
          <p:cNvPr id="5" name="">
            <a:extLst xmlns:a="http://schemas.openxmlformats.org/drawingml/2006/main">
              <a:ext uri="{FF2B5EF4-FFF2-40B4-BE49-F238E27FC236}">
                <a16:creationId xmlns:a16="http://schemas.microsoft.com/office/drawing/2014/main" id="{9FC1A2F8-02D2-493E-AB7D-36298423CA9B}"/>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01</a:t>
            </a: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6a6ccb22c65b49b5"/>
          <a:stretch xmlns:a="http://schemas.openxmlformats.org/drawingml/2006/main"/>
        </p:blipFill>
        <p:spPr>
          <a:xfrm xmlns:a="http://schemas.openxmlformats.org/drawingml/2006/main">
            <a:off x="14829518" y="114300"/>
            <a:ext cx="2630714" cy="1381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C686B0D-D684-4A80-9535-F207E89BF8CE}"/>
              </a:ext>
            </a:extLst>
          </p:cNvPr>
          <p:cNvSpPr>
            <a:spLocks xmlns:a="http://schemas.openxmlformats.org/drawingml/2006/main" noGrp="1"/>
          </p:cNvSpPr>
          <p:nvPr/>
        </p:nvSpPr>
        <p:spPr>
          <a:xfrm xmlns:a="http://schemas.openxmlformats.org/drawingml/2006/main">
            <a:off x="571500" y="2847975"/>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9502F"/>
                </a:solidFill>
                <a:latin typeface="Arial"/>
                <a:ea typeface="Arial"/>
                <a:cs typeface="Arial"/>
              </a:defRPr>
            </a:pPr>
            <a:r>
              <a:rPr sz="1800" b="1">
                <a:solidFill>
                  <a:srgbClr val="C9502F"/>
                </a:solidFill>
                <a:latin typeface="Arial"/>
                <a:ea typeface="Arial"/>
                <a:cs typeface="Arial"/>
              </a:rPr>
              <a:t>APPLICATION RUNTIME</a:t>
            </a:r>
          </a:p>
        </p:txBody>
      </p:sp>
      <p:sp>
        <p:nvSpPr>
          <p:cNvPr id="8" name="">
            <a:extLst xmlns:a="http://schemas.openxmlformats.org/drawingml/2006/main">
              <a:ext uri="{FF2B5EF4-FFF2-40B4-BE49-F238E27FC236}">
                <a16:creationId xmlns:a16="http://schemas.microsoft.com/office/drawing/2014/main" id="{2DAC2E1D-D451-483E-8626-A2019B11FFA8}"/>
              </a:ext>
            </a:extLst>
          </p:cNvPr>
          <p:cNvSpPr>
            <a:spLocks xmlns:a="http://schemas.openxmlformats.org/drawingml/2006/main" noGrp="1"/>
          </p:cNvSpPr>
          <p:nvPr/>
        </p:nvSpPr>
        <p:spPr>
          <a:xfrm xmlns:a="http://schemas.openxmlformats.org/drawingml/2006/main">
            <a:off x="12573000" y="27813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9502F"/>
                </a:solidFill>
                <a:latin typeface="Arial"/>
                <a:ea typeface="Arial"/>
                <a:cs typeface="Arial"/>
              </a:defRPr>
            </a:pPr>
            <a:r>
              <a:rPr sz="1800" b="1">
                <a:solidFill>
                  <a:srgbClr val="C9502F"/>
                </a:solidFill>
                <a:latin typeface="Arial"/>
                <a:ea typeface="Arial"/>
                <a:cs typeface="Arial"/>
              </a:rPr>
              <a:t>AWS MANAGED SERVICES</a:t>
            </a:r>
          </a:p>
        </p:txBody>
      </p:sp>
      <p:sp>
        <p:nvSpPr>
          <p:cNvPr id="9" name="">
            <a:extLst xmlns:a="http://schemas.openxmlformats.org/drawingml/2006/main">
              <a:ext uri="{FF2B5EF4-FFF2-40B4-BE49-F238E27FC236}">
                <a16:creationId xmlns:a16="http://schemas.microsoft.com/office/drawing/2014/main" id="{93BC88A0-9C2D-4165-AEBA-73548794670A}"/>
              </a:ext>
            </a:extLst>
          </p:cNvPr>
          <p:cNvSpPr>
            <a:spLocks xmlns:a="http://schemas.openxmlformats.org/drawingml/2006/main" noGrp="1"/>
          </p:cNvSpPr>
          <p:nvPr/>
        </p:nvSpPr>
        <p:spPr>
          <a:xfrm xmlns:a="http://schemas.openxmlformats.org/drawingml/2006/main">
            <a:off x="571500" y="3333750"/>
            <a:ext cx="2619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11ea81cf64954d07"/>
          <a:stretch xmlns:a="http://schemas.openxmlformats.org/drawingml/2006/main"/>
        </p:blipFill>
        <p:spPr>
          <a:xfrm xmlns:a="http://schemas.openxmlformats.org/drawingml/2006/main">
            <a:off x="762000" y="3524250"/>
            <a:ext cx="609600" cy="6096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E261C62-B655-4FE4-8D1B-0396205944F4}"/>
              </a:ext>
            </a:extLst>
          </p:cNvPr>
          <p:cNvSpPr>
            <a:spLocks xmlns:a="http://schemas.openxmlformats.org/drawingml/2006/main" noGrp="1"/>
          </p:cNvSpPr>
          <p:nvPr/>
        </p:nvSpPr>
        <p:spPr>
          <a:xfrm xmlns:a="http://schemas.openxmlformats.org/drawingml/2006/main">
            <a:off x="1514475" y="3543300"/>
            <a:ext cx="1457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Browser</a:t>
            </a:r>
          </a:p>
        </p:txBody>
      </p:sp>
      <p:sp>
        <p:nvSpPr>
          <p:cNvPr id="12" name="">
            <a:extLst xmlns:a="http://schemas.openxmlformats.org/drawingml/2006/main">
              <a:ext uri="{FF2B5EF4-FFF2-40B4-BE49-F238E27FC236}">
                <a16:creationId xmlns:a16="http://schemas.microsoft.com/office/drawing/2014/main" id="{D1D8B7C8-BC73-4E2B-857A-7C74D6C8956B}"/>
              </a:ext>
            </a:extLst>
          </p:cNvPr>
          <p:cNvSpPr>
            <a:spLocks xmlns:a="http://schemas.openxmlformats.org/drawingml/2006/main" noGrp="1"/>
          </p:cNvSpPr>
          <p:nvPr/>
        </p:nvSpPr>
        <p:spPr>
          <a:xfrm xmlns:a="http://schemas.openxmlformats.org/drawingml/2006/main">
            <a:off x="790575" y="4381500"/>
            <a:ext cx="21812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Customer + admin</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Voice and text</a:t>
            </a:r>
          </a:p>
        </p:txBody>
      </p:sp>
      <p:sp>
        <p:nvSpPr>
          <p:cNvPr id="13" name="">
            <a:extLst xmlns:a="http://schemas.openxmlformats.org/drawingml/2006/main">
              <a:ext uri="{FF2B5EF4-FFF2-40B4-BE49-F238E27FC236}">
                <a16:creationId xmlns:a16="http://schemas.microsoft.com/office/drawing/2014/main" id="{547640D1-940C-4DE9-8ACE-67657A30DB07}"/>
              </a:ext>
            </a:extLst>
          </p:cNvPr>
          <p:cNvSpPr>
            <a:spLocks xmlns:a="http://schemas.openxmlformats.org/drawingml/2006/main" noGrp="1"/>
          </p:cNvSpPr>
          <p:nvPr/>
        </p:nvSpPr>
        <p:spPr>
          <a:xfrm xmlns:a="http://schemas.openxmlformats.org/drawingml/2006/main">
            <a:off x="3667125" y="3333750"/>
            <a:ext cx="276225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5c0104afb1014169"/>
          <a:stretch xmlns:a="http://schemas.openxmlformats.org/drawingml/2006/main"/>
        </p:blipFill>
        <p:spPr>
          <a:xfrm xmlns:a="http://schemas.openxmlformats.org/drawingml/2006/main">
            <a:off x="3857625" y="3524250"/>
            <a:ext cx="609600" cy="6096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2AB5DC3F-3FF2-4B11-847F-1FD1D298431F}"/>
              </a:ext>
            </a:extLst>
          </p:cNvPr>
          <p:cNvSpPr>
            <a:spLocks xmlns:a="http://schemas.openxmlformats.org/drawingml/2006/main" noGrp="1"/>
          </p:cNvSpPr>
          <p:nvPr/>
        </p:nvSpPr>
        <p:spPr>
          <a:xfrm xmlns:a="http://schemas.openxmlformats.org/drawingml/2006/main">
            <a:off x="4610100" y="3543300"/>
            <a:ext cx="1600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Next.js</a:t>
            </a:r>
          </a:p>
        </p:txBody>
      </p:sp>
      <p:sp>
        <p:nvSpPr>
          <p:cNvPr id="16" name="">
            <a:extLst xmlns:a="http://schemas.openxmlformats.org/drawingml/2006/main">
              <a:ext uri="{FF2B5EF4-FFF2-40B4-BE49-F238E27FC236}">
                <a16:creationId xmlns:a16="http://schemas.microsoft.com/office/drawing/2014/main" id="{A2F56C44-A9D7-426B-80E7-2A5BAC555536}"/>
              </a:ext>
            </a:extLst>
          </p:cNvPr>
          <p:cNvSpPr>
            <a:spLocks xmlns:a="http://schemas.openxmlformats.org/drawingml/2006/main" noGrp="1"/>
          </p:cNvSpPr>
          <p:nvPr/>
        </p:nvSpPr>
        <p:spPr>
          <a:xfrm xmlns:a="http://schemas.openxmlformats.org/drawingml/2006/main">
            <a:off x="3886200" y="4381500"/>
            <a:ext cx="2324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Interface + API proxy</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Local port 3000</a:t>
            </a:r>
          </a:p>
        </p:txBody>
      </p:sp>
      <p:sp>
        <p:nvSpPr>
          <p:cNvPr id="17" name="">
            <a:extLst xmlns:a="http://schemas.openxmlformats.org/drawingml/2006/main">
              <a:ext uri="{FF2B5EF4-FFF2-40B4-BE49-F238E27FC236}">
                <a16:creationId xmlns:a16="http://schemas.microsoft.com/office/drawing/2014/main" id="{725CDDD9-14D1-421F-AF88-D917E8D6E4FA}"/>
              </a:ext>
            </a:extLst>
          </p:cNvPr>
          <p:cNvSpPr>
            <a:spLocks xmlns:a="http://schemas.openxmlformats.org/drawingml/2006/main" noGrp="1"/>
          </p:cNvSpPr>
          <p:nvPr/>
        </p:nvSpPr>
        <p:spPr>
          <a:xfrm xmlns:a="http://schemas.openxmlformats.org/drawingml/2006/main">
            <a:off x="7191375" y="3333750"/>
            <a:ext cx="371475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E8648F76-3EE9-4349-BF4D-B1CE47457C38}"/>
              </a:ext>
            </a:extLst>
          </p:cNvPr>
          <p:cNvSpPr>
            <a:spLocks xmlns:a="http://schemas.openxmlformats.org/drawingml/2006/main" noGrp="1"/>
          </p:cNvSpPr>
          <p:nvPr/>
        </p:nvSpPr>
        <p:spPr>
          <a:xfrm xmlns:a="http://schemas.openxmlformats.org/drawingml/2006/main">
            <a:off x="7381875" y="3524250"/>
            <a:ext cx="609600" cy="6096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2c4f0ad6ddb04534"/>
          <a:stretch xmlns:a="http://schemas.openxmlformats.org/drawingml/2006/main"/>
        </p:blipFill>
        <p:spPr>
          <a:xfrm xmlns:a="http://schemas.openxmlformats.org/drawingml/2006/main">
            <a:off x="7381875" y="3524250"/>
            <a:ext cx="609600" cy="6096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49F71FF7-C47C-4ABA-AA4C-CB1A4311350F}"/>
              </a:ext>
            </a:extLst>
          </p:cNvPr>
          <p:cNvSpPr>
            <a:spLocks xmlns:a="http://schemas.openxmlformats.org/drawingml/2006/main" noGrp="1"/>
          </p:cNvSpPr>
          <p:nvPr/>
        </p:nvSpPr>
        <p:spPr>
          <a:xfrm xmlns:a="http://schemas.openxmlformats.org/drawingml/2006/main">
            <a:off x="8134350" y="3543300"/>
            <a:ext cx="2552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FastAPI</a:t>
            </a:r>
          </a:p>
        </p:txBody>
      </p:sp>
      <p:sp>
        <p:nvSpPr>
          <p:cNvPr id="21" name="">
            <a:extLst xmlns:a="http://schemas.openxmlformats.org/drawingml/2006/main">
              <a:ext uri="{FF2B5EF4-FFF2-40B4-BE49-F238E27FC236}">
                <a16:creationId xmlns:a16="http://schemas.microsoft.com/office/drawing/2014/main" id="{67941599-C8CC-46A2-A543-D7C2B2197EA2}"/>
              </a:ext>
            </a:extLst>
          </p:cNvPr>
          <p:cNvSpPr>
            <a:spLocks xmlns:a="http://schemas.openxmlformats.org/drawingml/2006/main" noGrp="1"/>
          </p:cNvSpPr>
          <p:nvPr/>
        </p:nvSpPr>
        <p:spPr>
          <a:xfrm xmlns:a="http://schemas.openxmlformats.org/drawingml/2006/main">
            <a:off x="7410450" y="4381500"/>
            <a:ext cx="327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Routes + service orchestration</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Local port 8000</a:t>
            </a:r>
          </a:p>
        </p:txBody>
      </p:sp>
      <p:cxnSp>
        <p:nvCxnSpPr>
          <p:cNvPr id="102" name=""/>
          <p:cNvCxnSpPr>
            <a:stCxn xmlns:a="http://schemas.openxmlformats.org/drawingml/2006/main" id="9" idx="3"/>
            <a:endCxn xmlns:a="http://schemas.openxmlformats.org/drawingml/2006/main" id="13" idx="1"/>
          </p:cNvCxnSpPr>
          <p:nvPr/>
        </p:nvCxnSpPr>
        <p:spPr>
          <a:xfrm xmlns:a="http://schemas.openxmlformats.org/drawingml/2006/main">
            <a:off x="3190875" y="4357688"/>
            <a:ext cx="476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03" name=""/>
          <p:cNvCxnSpPr>
            <a:stCxn xmlns:a="http://schemas.openxmlformats.org/drawingml/2006/main" id="13" idx="3"/>
            <a:endCxn xmlns:a="http://schemas.openxmlformats.org/drawingml/2006/main" id="17" idx="1"/>
          </p:cNvCxnSpPr>
          <p:nvPr/>
        </p:nvCxnSpPr>
        <p:spPr>
          <a:xfrm xmlns:a="http://schemas.openxmlformats.org/drawingml/2006/main">
            <a:off x="6429375" y="4357688"/>
            <a:ext cx="7620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24" name="">
            <a:extLst xmlns:a="http://schemas.openxmlformats.org/drawingml/2006/main">
              <a:ext uri="{FF2B5EF4-FFF2-40B4-BE49-F238E27FC236}">
                <a16:creationId xmlns:a16="http://schemas.microsoft.com/office/drawing/2014/main" id="{80D6117E-4746-4661-8A69-673C9F20038B}"/>
              </a:ext>
            </a:extLst>
          </p:cNvPr>
          <p:cNvSpPr>
            <a:spLocks xmlns:a="http://schemas.openxmlformats.org/drawingml/2006/main" noGrp="1"/>
          </p:cNvSpPr>
          <p:nvPr/>
        </p:nvSpPr>
        <p:spPr>
          <a:xfrm xmlns:a="http://schemas.openxmlformats.org/drawingml/2006/main">
            <a:off x="7191375" y="5905500"/>
            <a:ext cx="3714750" cy="1285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5" name="">
            <a:extLst xmlns:a="http://schemas.openxmlformats.org/drawingml/2006/main">
              <a:ext uri="{FF2B5EF4-FFF2-40B4-BE49-F238E27FC236}">
                <a16:creationId xmlns:a16="http://schemas.microsoft.com/office/drawing/2014/main" id="{F1A0474B-3308-435B-B5BD-CE7A2D759728}"/>
              </a:ext>
            </a:extLst>
          </p:cNvPr>
          <p:cNvSpPr>
            <a:spLocks xmlns:a="http://schemas.openxmlformats.org/drawingml/2006/main" noGrp="1"/>
          </p:cNvSpPr>
          <p:nvPr/>
        </p:nvSpPr>
        <p:spPr>
          <a:xfrm xmlns:a="http://schemas.openxmlformats.org/drawingml/2006/main">
            <a:off x="7410450" y="6115050"/>
            <a:ext cx="327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Chat + business tools</a:t>
            </a:r>
          </a:p>
        </p:txBody>
      </p:sp>
      <p:sp>
        <p:nvSpPr>
          <p:cNvPr id="26" name="">
            <a:extLst xmlns:a="http://schemas.openxmlformats.org/drawingml/2006/main">
              <a:ext uri="{FF2B5EF4-FFF2-40B4-BE49-F238E27FC236}">
                <a16:creationId xmlns:a16="http://schemas.microsoft.com/office/drawing/2014/main" id="{CE071ED7-2F2F-456A-B6FF-03A9DBA1A5D5}"/>
              </a:ext>
            </a:extLst>
          </p:cNvPr>
          <p:cNvSpPr>
            <a:spLocks xmlns:a="http://schemas.openxmlformats.org/drawingml/2006/main" noGrp="1"/>
          </p:cNvSpPr>
          <p:nvPr/>
        </p:nvSpPr>
        <p:spPr>
          <a:xfrm xmlns:a="http://schemas.openxmlformats.org/drawingml/2006/main">
            <a:off x="7410450" y="6581775"/>
            <a:ext cx="327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Knowledge, voice, orders, bookings</a:t>
            </a:r>
          </a:p>
        </p:txBody>
      </p:sp>
      <p:cxnSp>
        <p:nvCxnSpPr>
          <p:cNvPr id="107" name=""/>
          <p:cNvCxnSpPr>
            <a:stCxn xmlns:a="http://schemas.openxmlformats.org/drawingml/2006/main" id="17" idx="2"/>
            <a:endCxn xmlns:a="http://schemas.openxmlformats.org/drawingml/2006/main" id="24" idx="0"/>
          </p:cNvCxnSpPr>
          <p:nvPr/>
        </p:nvCxnSpPr>
        <p:spPr>
          <a:xfrm xmlns:a="http://schemas.openxmlformats.org/drawingml/2006/main">
            <a:off x="9048750" y="5381625"/>
            <a:ext cx="0" cy="5238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28" name="">
            <a:extLst xmlns:a="http://schemas.openxmlformats.org/drawingml/2006/main">
              <a:ext uri="{FF2B5EF4-FFF2-40B4-BE49-F238E27FC236}">
                <a16:creationId xmlns:a16="http://schemas.microsoft.com/office/drawing/2014/main" id="{38B99531-6D2F-40E2-B8C1-344CD459D34A}"/>
              </a:ext>
            </a:extLst>
          </p:cNvPr>
          <p:cNvSpPr>
            <a:spLocks xmlns:a="http://schemas.openxmlformats.org/drawingml/2006/main" noGrp="1"/>
          </p:cNvSpPr>
          <p:nvPr/>
        </p:nvSpPr>
        <p:spPr>
          <a:xfrm xmlns:a="http://schemas.openxmlformats.org/drawingml/2006/main">
            <a:off x="3667125" y="5905500"/>
            <a:ext cx="2762250" cy="1285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09" name=""/>
          <p:cNvPicPr>
            <a:picLocks xmlns:a="http://schemas.openxmlformats.org/drawingml/2006/main" noChangeAspect="1"/>
          </p:cNvPicPr>
          <p:nvPr/>
        </p:nvPicPr>
        <p:blipFill>
          <a:blip xmlns:r="http://schemas.openxmlformats.org/officeDocument/2006/relationships" xmlns:a="http://schemas.openxmlformats.org/drawingml/2006/main" r:embed="Re885f700c53f40da"/>
          <a:stretch xmlns:a="http://schemas.openxmlformats.org/drawingml/2006/main"/>
        </p:blipFill>
        <p:spPr>
          <a:xfrm xmlns:a="http://schemas.openxmlformats.org/drawingml/2006/main">
            <a:off x="3857625" y="6097824"/>
            <a:ext cx="1562100" cy="415452"/>
          </a:xfrm>
          <a:prstGeom xmlns:a="http://schemas.openxmlformats.org/drawingml/2006/main" prst="rect">
            <a:avLst/>
          </a:prstGeom>
        </p:spPr>
      </p:pic>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f566531a7c57414e"/>
          <a:stretch xmlns:a="http://schemas.openxmlformats.org/drawingml/2006/main"/>
        </p:blipFill>
        <p:spPr>
          <a:xfrm xmlns:a="http://schemas.openxmlformats.org/drawingml/2006/main">
            <a:off x="5629275" y="6082329"/>
            <a:ext cx="590550" cy="465492"/>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43141661-949A-4908-8E92-182CE12B2E58}"/>
              </a:ext>
            </a:extLst>
          </p:cNvPr>
          <p:cNvSpPr>
            <a:spLocks xmlns:a="http://schemas.openxmlformats.org/drawingml/2006/main" noGrp="1"/>
          </p:cNvSpPr>
          <p:nvPr/>
        </p:nvSpPr>
        <p:spPr>
          <a:xfrm xmlns:a="http://schemas.openxmlformats.org/drawingml/2006/main">
            <a:off x="3886200" y="6686550"/>
            <a:ext cx="2324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34231D"/>
                </a:solidFill>
                <a:latin typeface="Arial"/>
                <a:ea typeface="Arial"/>
                <a:cs typeface="Arial"/>
              </a:defRPr>
            </a:pPr>
            <a:r>
              <a:rPr sz="1800" b="1">
                <a:solidFill>
                  <a:srgbClr val="34231D"/>
                </a:solidFill>
                <a:latin typeface="Arial"/>
                <a:ea typeface="Arial"/>
                <a:cs typeface="Arial"/>
              </a:rPr>
              <a:t>Qdrant in Docker</a:t>
            </a:r>
          </a:p>
        </p:txBody>
      </p:sp>
      <p:cxnSp>
        <p:nvCxnSpPr>
          <p:cNvPr id="112" name=""/>
          <p:cNvCxnSpPr>
            <a:stCxn xmlns:a="http://schemas.openxmlformats.org/drawingml/2006/main" id="24" idx="1"/>
            <a:endCxn xmlns:a="http://schemas.openxmlformats.org/drawingml/2006/main" id="28" idx="3"/>
          </p:cNvCxnSpPr>
          <p:nvPr/>
        </p:nvCxnSpPr>
        <p:spPr>
          <a:xfrm xmlns:a="http://schemas.openxmlformats.org/drawingml/2006/main" flipH="1">
            <a:off x="6429375" y="6548438"/>
            <a:ext cx="762000" cy="0"/>
          </a:xfrm>
          <a:prstGeom xmlns:a="http://schemas.openxmlformats.org/drawingml/2006/main" prst="straightConnector1">
            <a:avLst/>
          </a:prstGeom>
          <a:ln xmlns:a="http://schemas.openxmlformats.org/drawingml/2006/main" w="28575">
            <a:solidFill>
              <a:srgbClr val="00897B"/>
            </a:solidFill>
            <a:prstDash val="solid"/>
            <a:tailEnd type="triangle" w="med" len="med"/>
          </a:ln>
        </p:spPr>
      </p:cxnSp>
      <p:sp>
        <p:nvSpPr>
          <p:cNvPr id="33" name="">
            <a:extLst xmlns:a="http://schemas.openxmlformats.org/drawingml/2006/main">
              <a:ext uri="{FF2B5EF4-FFF2-40B4-BE49-F238E27FC236}">
                <a16:creationId xmlns:a16="http://schemas.microsoft.com/office/drawing/2014/main" id="{74A40BDD-238A-488E-A464-930A7565EFA8}"/>
              </a:ext>
            </a:extLst>
          </p:cNvPr>
          <p:cNvSpPr>
            <a:spLocks xmlns:a="http://schemas.openxmlformats.org/drawingml/2006/main" noGrp="1"/>
          </p:cNvSpPr>
          <p:nvPr/>
        </p:nvSpPr>
        <p:spPr>
          <a:xfrm xmlns:a="http://schemas.openxmlformats.org/drawingml/2006/main">
            <a:off x="7191375" y="7620000"/>
            <a:ext cx="3714750" cy="1238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4" name="">
            <a:extLst xmlns:a="http://schemas.openxmlformats.org/drawingml/2006/main">
              <a:ext uri="{FF2B5EF4-FFF2-40B4-BE49-F238E27FC236}">
                <a16:creationId xmlns:a16="http://schemas.microsoft.com/office/drawing/2014/main" id="{49E08AE0-9E09-43FF-842F-96A0E28B4FA0}"/>
              </a:ext>
            </a:extLst>
          </p:cNvPr>
          <p:cNvSpPr>
            <a:spLocks xmlns:a="http://schemas.openxmlformats.org/drawingml/2006/main" noGrp="1"/>
          </p:cNvSpPr>
          <p:nvPr/>
        </p:nvSpPr>
        <p:spPr>
          <a:xfrm xmlns:a="http://schemas.openxmlformats.org/drawingml/2006/main">
            <a:off x="7410450" y="7829550"/>
            <a:ext cx="327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Repositories</a:t>
            </a:r>
          </a:p>
        </p:txBody>
      </p:sp>
      <p:sp>
        <p:nvSpPr>
          <p:cNvPr id="35" name="">
            <a:extLst xmlns:a="http://schemas.openxmlformats.org/drawingml/2006/main">
              <a:ext uri="{FF2B5EF4-FFF2-40B4-BE49-F238E27FC236}">
                <a16:creationId xmlns:a16="http://schemas.microsoft.com/office/drawing/2014/main" id="{CF1818F2-51A5-4E6E-A31A-C5A3B162F012}"/>
              </a:ext>
            </a:extLst>
          </p:cNvPr>
          <p:cNvSpPr>
            <a:spLocks xmlns:a="http://schemas.openxmlformats.org/drawingml/2006/main" noGrp="1"/>
          </p:cNvSpPr>
          <p:nvPr/>
        </p:nvSpPr>
        <p:spPr>
          <a:xfrm xmlns:a="http://schemas.openxmlformats.org/drawingml/2006/main">
            <a:off x="7410450" y="8296275"/>
            <a:ext cx="3276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SQLModel data access</a:t>
            </a:r>
          </a:p>
        </p:txBody>
      </p:sp>
      <p:cxnSp>
        <p:nvCxnSpPr>
          <p:cNvPr id="116" name=""/>
          <p:cNvCxnSpPr>
            <a:stCxn xmlns:a="http://schemas.openxmlformats.org/drawingml/2006/main" id="24" idx="2"/>
            <a:endCxn xmlns:a="http://schemas.openxmlformats.org/drawingml/2006/main" id="33" idx="0"/>
          </p:cNvCxnSpPr>
          <p:nvPr/>
        </p:nvCxnSpPr>
        <p:spPr>
          <a:xfrm xmlns:a="http://schemas.openxmlformats.org/drawingml/2006/main">
            <a:off x="9048750" y="7191375"/>
            <a:ext cx="0" cy="42862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37" name="">
            <a:extLst xmlns:a="http://schemas.openxmlformats.org/drawingml/2006/main">
              <a:ext uri="{FF2B5EF4-FFF2-40B4-BE49-F238E27FC236}">
                <a16:creationId xmlns:a16="http://schemas.microsoft.com/office/drawing/2014/main" id="{DB5B83BC-59F6-4731-A02A-00823802E376}"/>
              </a:ext>
            </a:extLst>
          </p:cNvPr>
          <p:cNvSpPr>
            <a:spLocks xmlns:a="http://schemas.openxmlformats.org/drawingml/2006/main" noGrp="1"/>
          </p:cNvSpPr>
          <p:nvPr/>
        </p:nvSpPr>
        <p:spPr>
          <a:xfrm xmlns:a="http://schemas.openxmlformats.org/drawingml/2006/main">
            <a:off x="3667125" y="7620000"/>
            <a:ext cx="2762250" cy="1238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18" name=""/>
          <p:cNvPicPr>
            <a:picLocks xmlns:a="http://schemas.openxmlformats.org/drawingml/2006/main" noChangeAspect="1"/>
          </p:cNvPicPr>
          <p:nvPr/>
        </p:nvPicPr>
        <p:blipFill>
          <a:blip xmlns:r="http://schemas.openxmlformats.org/officeDocument/2006/relationships" xmlns:a="http://schemas.openxmlformats.org/drawingml/2006/main" r:embed="R872d7cf894534392"/>
          <a:stretch xmlns:a="http://schemas.openxmlformats.org/drawingml/2006/main"/>
        </p:blipFill>
        <p:spPr>
          <a:xfrm xmlns:a="http://schemas.openxmlformats.org/drawingml/2006/main">
            <a:off x="4147902" y="7743825"/>
            <a:ext cx="1286347" cy="590550"/>
          </a:xfrm>
          <a:prstGeom xmlns:a="http://schemas.openxmlformats.org/drawingml/2006/main" prst="rect">
            <a:avLst/>
          </a:prstGeom>
        </p:spPr>
      </p:pic>
      <p:sp>
        <p:nvSpPr>
          <p:cNvPr id="39" name="">
            <a:extLst xmlns:a="http://schemas.openxmlformats.org/drawingml/2006/main">
              <a:ext uri="{FF2B5EF4-FFF2-40B4-BE49-F238E27FC236}">
                <a16:creationId xmlns:a16="http://schemas.microsoft.com/office/drawing/2014/main" id="{3B21F16E-6FE1-46D3-ADD8-DB2A1E0161C4}"/>
              </a:ext>
            </a:extLst>
          </p:cNvPr>
          <p:cNvSpPr>
            <a:spLocks xmlns:a="http://schemas.openxmlformats.org/drawingml/2006/main" noGrp="1"/>
          </p:cNvSpPr>
          <p:nvPr/>
        </p:nvSpPr>
        <p:spPr>
          <a:xfrm xmlns:a="http://schemas.openxmlformats.org/drawingml/2006/main">
            <a:off x="3886200" y="8401050"/>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Operational records</a:t>
            </a:r>
          </a:p>
        </p:txBody>
      </p:sp>
      <p:cxnSp>
        <p:nvCxnSpPr>
          <p:cNvPr id="120" name=""/>
          <p:cNvCxnSpPr>
            <a:stCxn xmlns:a="http://schemas.openxmlformats.org/drawingml/2006/main" id="33" idx="1"/>
            <a:endCxn xmlns:a="http://schemas.openxmlformats.org/drawingml/2006/main" id="37" idx="3"/>
          </p:cNvCxnSpPr>
          <p:nvPr/>
        </p:nvCxnSpPr>
        <p:spPr>
          <a:xfrm xmlns:a="http://schemas.openxmlformats.org/drawingml/2006/main" flipH="1">
            <a:off x="6429375" y="8239125"/>
            <a:ext cx="7620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41" name="">
            <a:extLst xmlns:a="http://schemas.openxmlformats.org/drawingml/2006/main">
              <a:ext uri="{FF2B5EF4-FFF2-40B4-BE49-F238E27FC236}">
                <a16:creationId xmlns:a16="http://schemas.microsoft.com/office/drawing/2014/main" id="{D5A7A69E-C006-474D-AE00-C76967D88AB0}"/>
              </a:ext>
            </a:extLst>
          </p:cNvPr>
          <p:cNvSpPr>
            <a:spLocks xmlns:a="http://schemas.openxmlformats.org/drawingml/2006/main" noGrp="1"/>
          </p:cNvSpPr>
          <p:nvPr/>
        </p:nvSpPr>
        <p:spPr>
          <a:xfrm xmlns:a="http://schemas.openxmlformats.org/drawingml/2006/main">
            <a:off x="571500" y="5905500"/>
            <a:ext cx="2619375" cy="18097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fab4ebad2c1340be"/>
          <a:stretch xmlns:a="http://schemas.openxmlformats.org/drawingml/2006/main"/>
        </p:blipFill>
        <p:spPr>
          <a:xfrm xmlns:a="http://schemas.openxmlformats.org/drawingml/2006/main">
            <a:off x="762000" y="6096000"/>
            <a:ext cx="609600" cy="60960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48A46F3A-8302-4B83-9772-A8EA18B8192F}"/>
              </a:ext>
            </a:extLst>
          </p:cNvPr>
          <p:cNvSpPr>
            <a:spLocks xmlns:a="http://schemas.openxmlformats.org/drawingml/2006/main" noGrp="1"/>
          </p:cNvSpPr>
          <p:nvPr/>
        </p:nvSpPr>
        <p:spPr>
          <a:xfrm xmlns:a="http://schemas.openxmlformats.org/drawingml/2006/main">
            <a:off x="1514475" y="6115050"/>
            <a:ext cx="1457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Chime SDK</a:t>
            </a:r>
          </a:p>
        </p:txBody>
      </p:sp>
      <p:sp>
        <p:nvSpPr>
          <p:cNvPr id="44" name="">
            <a:extLst xmlns:a="http://schemas.openxmlformats.org/drawingml/2006/main">
              <a:ext uri="{FF2B5EF4-FFF2-40B4-BE49-F238E27FC236}">
                <a16:creationId xmlns:a16="http://schemas.microsoft.com/office/drawing/2014/main" id="{EF43620B-5F03-4114-B774-9F3625EAF8B7}"/>
              </a:ext>
            </a:extLst>
          </p:cNvPr>
          <p:cNvSpPr>
            <a:spLocks xmlns:a="http://schemas.openxmlformats.org/drawingml/2006/main" noGrp="1"/>
          </p:cNvSpPr>
          <p:nvPr/>
        </p:nvSpPr>
        <p:spPr>
          <a:xfrm xmlns:a="http://schemas.openxmlformats.org/drawingml/2006/main">
            <a:off x="790575" y="6953250"/>
            <a:ext cx="2181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Meeting media</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API session setup</a:t>
            </a:r>
          </a:p>
        </p:txBody>
      </p:sp>
      <p:cxnSp>
        <p:nvCxnSpPr>
          <p:cNvPr id="125" name=""/>
          <p:cNvCxnSpPr>
            <a:stCxn xmlns:a="http://schemas.openxmlformats.org/drawingml/2006/main" id="9" idx="2"/>
            <a:endCxn xmlns:a="http://schemas.openxmlformats.org/drawingml/2006/main" id="41" idx="0"/>
          </p:cNvCxnSpPr>
          <p:nvPr/>
        </p:nvCxnSpPr>
        <p:spPr>
          <a:xfrm xmlns:a="http://schemas.openxmlformats.org/drawingml/2006/main">
            <a:off x="1881188" y="5381625"/>
            <a:ext cx="0" cy="5238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46" name="">
            <a:extLst xmlns:a="http://schemas.openxmlformats.org/drawingml/2006/main">
              <a:ext uri="{FF2B5EF4-FFF2-40B4-BE49-F238E27FC236}">
                <a16:creationId xmlns:a16="http://schemas.microsoft.com/office/drawing/2014/main" id="{3DCEEB6C-22B3-48BF-B577-1DA9E9758C03}"/>
              </a:ext>
            </a:extLst>
          </p:cNvPr>
          <p:cNvSpPr>
            <a:spLocks xmlns:a="http://schemas.openxmlformats.org/drawingml/2006/main" noGrp="1"/>
          </p:cNvSpPr>
          <p:nvPr/>
        </p:nvSpPr>
        <p:spPr>
          <a:xfrm xmlns:a="http://schemas.openxmlformats.org/drawingml/2006/main">
            <a:off x="12573000" y="3286125"/>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27" name=""/>
          <p:cNvPicPr>
            <a:picLocks xmlns:a="http://schemas.openxmlformats.org/drawingml/2006/main" noChangeAspect="1"/>
          </p:cNvPicPr>
          <p:nvPr/>
        </p:nvPicPr>
        <p:blipFill>
          <a:blip xmlns:r="http://schemas.openxmlformats.org/officeDocument/2006/relationships" xmlns:a="http://schemas.openxmlformats.org/drawingml/2006/main" r:embed="Rc5f62617b169415d"/>
          <a:stretch xmlns:a="http://schemas.openxmlformats.org/drawingml/2006/main"/>
        </p:blipFill>
        <p:spPr>
          <a:xfrm xmlns:a="http://schemas.openxmlformats.org/drawingml/2006/main">
            <a:off x="12763500" y="3476625"/>
            <a:ext cx="552450" cy="552450"/>
          </a:xfrm>
          <a:prstGeom xmlns:a="http://schemas.openxmlformats.org/drawingml/2006/main" prst="rect">
            <a:avLst/>
          </a:prstGeom>
        </p:spPr>
      </p:pic>
      <p:sp>
        <p:nvSpPr>
          <p:cNvPr id="48" name="">
            <a:extLst xmlns:a="http://schemas.openxmlformats.org/drawingml/2006/main">
              <a:ext uri="{FF2B5EF4-FFF2-40B4-BE49-F238E27FC236}">
                <a16:creationId xmlns:a16="http://schemas.microsoft.com/office/drawing/2014/main" id="{AA22DEB0-47EC-49E9-8608-965BAD256A78}"/>
              </a:ext>
            </a:extLst>
          </p:cNvPr>
          <p:cNvSpPr>
            <a:spLocks xmlns:a="http://schemas.openxmlformats.org/drawingml/2006/main" noGrp="1"/>
          </p:cNvSpPr>
          <p:nvPr/>
        </p:nvSpPr>
        <p:spPr>
          <a:xfrm xmlns:a="http://schemas.openxmlformats.org/drawingml/2006/main">
            <a:off x="13515975" y="3495675"/>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Bedrock</a:t>
            </a:r>
          </a:p>
        </p:txBody>
      </p:sp>
      <p:sp>
        <p:nvSpPr>
          <p:cNvPr id="49" name="">
            <a:extLst xmlns:a="http://schemas.openxmlformats.org/drawingml/2006/main">
              <a:ext uri="{FF2B5EF4-FFF2-40B4-BE49-F238E27FC236}">
                <a16:creationId xmlns:a16="http://schemas.microsoft.com/office/drawing/2014/main" id="{339ED135-A27C-4AF7-AABD-CE249B587FF0}"/>
              </a:ext>
            </a:extLst>
          </p:cNvPr>
          <p:cNvSpPr>
            <a:spLocks xmlns:a="http://schemas.openxmlformats.org/drawingml/2006/main" noGrp="1"/>
          </p:cNvSpPr>
          <p:nvPr/>
        </p:nvSpPr>
        <p:spPr>
          <a:xfrm xmlns:a="http://schemas.openxmlformats.org/drawingml/2006/main">
            <a:off x="12573000" y="4419600"/>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0" name=""/>
          <p:cNvPicPr>
            <a:picLocks xmlns:a="http://schemas.openxmlformats.org/drawingml/2006/main" noChangeAspect="1"/>
          </p:cNvPicPr>
          <p:nvPr/>
        </p:nvPicPr>
        <p:blipFill>
          <a:blip xmlns:r="http://schemas.openxmlformats.org/officeDocument/2006/relationships" xmlns:a="http://schemas.openxmlformats.org/drawingml/2006/main" r:embed="R92796df7da9c479c"/>
          <a:stretch xmlns:a="http://schemas.openxmlformats.org/drawingml/2006/main"/>
        </p:blipFill>
        <p:spPr>
          <a:xfrm xmlns:a="http://schemas.openxmlformats.org/drawingml/2006/main">
            <a:off x="12763500" y="4610100"/>
            <a:ext cx="552450" cy="552450"/>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0E1011BD-0782-4D35-BCDF-E9C188F95CBE}"/>
              </a:ext>
            </a:extLst>
          </p:cNvPr>
          <p:cNvSpPr>
            <a:spLocks xmlns:a="http://schemas.openxmlformats.org/drawingml/2006/main" noGrp="1"/>
          </p:cNvSpPr>
          <p:nvPr/>
        </p:nvSpPr>
        <p:spPr>
          <a:xfrm xmlns:a="http://schemas.openxmlformats.org/drawingml/2006/main">
            <a:off x="13515975" y="4629150"/>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S3</a:t>
            </a:r>
          </a:p>
        </p:txBody>
      </p:sp>
      <p:sp>
        <p:nvSpPr>
          <p:cNvPr id="52" name="">
            <a:extLst xmlns:a="http://schemas.openxmlformats.org/drawingml/2006/main">
              <a:ext uri="{FF2B5EF4-FFF2-40B4-BE49-F238E27FC236}">
                <a16:creationId xmlns:a16="http://schemas.microsoft.com/office/drawing/2014/main" id="{3EE4F0F9-73D5-4FC7-80B8-4904196CA42F}"/>
              </a:ext>
            </a:extLst>
          </p:cNvPr>
          <p:cNvSpPr>
            <a:spLocks xmlns:a="http://schemas.openxmlformats.org/drawingml/2006/main" noGrp="1"/>
          </p:cNvSpPr>
          <p:nvPr/>
        </p:nvSpPr>
        <p:spPr>
          <a:xfrm xmlns:a="http://schemas.openxmlformats.org/drawingml/2006/main">
            <a:off x="12573000" y="5553075"/>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f025161ca4684136"/>
          <a:stretch xmlns:a="http://schemas.openxmlformats.org/drawingml/2006/main"/>
        </p:blipFill>
        <p:spPr>
          <a:xfrm xmlns:a="http://schemas.openxmlformats.org/drawingml/2006/main">
            <a:off x="12763500" y="5743575"/>
            <a:ext cx="552450" cy="552450"/>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7068AD9E-F427-42C3-82F5-86599A3F2EB0}"/>
              </a:ext>
            </a:extLst>
          </p:cNvPr>
          <p:cNvSpPr>
            <a:spLocks xmlns:a="http://schemas.openxmlformats.org/drawingml/2006/main" noGrp="1"/>
          </p:cNvSpPr>
          <p:nvPr/>
        </p:nvSpPr>
        <p:spPr>
          <a:xfrm xmlns:a="http://schemas.openxmlformats.org/drawingml/2006/main">
            <a:off x="13515975" y="5762625"/>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Textract</a:t>
            </a:r>
          </a:p>
        </p:txBody>
      </p:sp>
      <p:sp>
        <p:nvSpPr>
          <p:cNvPr id="55" name="">
            <a:extLst xmlns:a="http://schemas.openxmlformats.org/drawingml/2006/main">
              <a:ext uri="{FF2B5EF4-FFF2-40B4-BE49-F238E27FC236}">
                <a16:creationId xmlns:a16="http://schemas.microsoft.com/office/drawing/2014/main" id="{5D8CDD69-65FF-4A54-9672-8E9DA14C470C}"/>
              </a:ext>
            </a:extLst>
          </p:cNvPr>
          <p:cNvSpPr>
            <a:spLocks xmlns:a="http://schemas.openxmlformats.org/drawingml/2006/main" noGrp="1"/>
          </p:cNvSpPr>
          <p:nvPr/>
        </p:nvSpPr>
        <p:spPr>
          <a:xfrm xmlns:a="http://schemas.openxmlformats.org/drawingml/2006/main">
            <a:off x="12573000" y="6686550"/>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6" name=""/>
          <p:cNvPicPr>
            <a:picLocks xmlns:a="http://schemas.openxmlformats.org/drawingml/2006/main" noChangeAspect="1"/>
          </p:cNvPicPr>
          <p:nvPr/>
        </p:nvPicPr>
        <p:blipFill>
          <a:blip xmlns:r="http://schemas.openxmlformats.org/officeDocument/2006/relationships" xmlns:a="http://schemas.openxmlformats.org/drawingml/2006/main" r:embed="Rd92b4cf4cf1445d6"/>
          <a:stretch xmlns:a="http://schemas.openxmlformats.org/drawingml/2006/main"/>
        </p:blipFill>
        <p:spPr>
          <a:xfrm xmlns:a="http://schemas.openxmlformats.org/drawingml/2006/main">
            <a:off x="12763500" y="6877050"/>
            <a:ext cx="552450" cy="552450"/>
          </a:xfrm>
          <a:prstGeom xmlns:a="http://schemas.openxmlformats.org/drawingml/2006/main" prst="rect">
            <a:avLst/>
          </a:prstGeom>
        </p:spPr>
      </p:pic>
      <p:sp>
        <p:nvSpPr>
          <p:cNvPr id="57" name="">
            <a:extLst xmlns:a="http://schemas.openxmlformats.org/drawingml/2006/main">
              <a:ext uri="{FF2B5EF4-FFF2-40B4-BE49-F238E27FC236}">
                <a16:creationId xmlns:a16="http://schemas.microsoft.com/office/drawing/2014/main" id="{D1A62482-F808-4045-8661-1C1D297315A2}"/>
              </a:ext>
            </a:extLst>
          </p:cNvPr>
          <p:cNvSpPr>
            <a:spLocks xmlns:a="http://schemas.openxmlformats.org/drawingml/2006/main" noGrp="1"/>
          </p:cNvSpPr>
          <p:nvPr/>
        </p:nvSpPr>
        <p:spPr>
          <a:xfrm xmlns:a="http://schemas.openxmlformats.org/drawingml/2006/main">
            <a:off x="13515975" y="6896100"/>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Transcribe</a:t>
            </a:r>
          </a:p>
        </p:txBody>
      </p:sp>
      <p:sp>
        <p:nvSpPr>
          <p:cNvPr id="58" name="">
            <a:extLst xmlns:a="http://schemas.openxmlformats.org/drawingml/2006/main">
              <a:ext uri="{FF2B5EF4-FFF2-40B4-BE49-F238E27FC236}">
                <a16:creationId xmlns:a16="http://schemas.microsoft.com/office/drawing/2014/main" id="{FA8187C8-4221-4E78-B055-CF4696FC874E}"/>
              </a:ext>
            </a:extLst>
          </p:cNvPr>
          <p:cNvSpPr>
            <a:spLocks xmlns:a="http://schemas.openxmlformats.org/drawingml/2006/main" noGrp="1"/>
          </p:cNvSpPr>
          <p:nvPr/>
        </p:nvSpPr>
        <p:spPr>
          <a:xfrm xmlns:a="http://schemas.openxmlformats.org/drawingml/2006/main">
            <a:off x="12573000" y="7820025"/>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9" name=""/>
          <p:cNvPicPr>
            <a:picLocks xmlns:a="http://schemas.openxmlformats.org/drawingml/2006/main" noChangeAspect="1"/>
          </p:cNvPicPr>
          <p:nvPr/>
        </p:nvPicPr>
        <p:blipFill>
          <a:blip xmlns:r="http://schemas.openxmlformats.org/officeDocument/2006/relationships" xmlns:a="http://schemas.openxmlformats.org/drawingml/2006/main" r:embed="R07ab43e5b71345bc"/>
          <a:stretch xmlns:a="http://schemas.openxmlformats.org/drawingml/2006/main"/>
        </p:blipFill>
        <p:spPr>
          <a:xfrm xmlns:a="http://schemas.openxmlformats.org/drawingml/2006/main">
            <a:off x="12763500" y="8010525"/>
            <a:ext cx="552450" cy="552450"/>
          </a:xfrm>
          <a:prstGeom xmlns:a="http://schemas.openxmlformats.org/drawingml/2006/main" prst="rect">
            <a:avLst/>
          </a:prstGeom>
        </p:spPr>
      </p:pic>
      <p:sp>
        <p:nvSpPr>
          <p:cNvPr id="60" name="">
            <a:extLst xmlns:a="http://schemas.openxmlformats.org/drawingml/2006/main">
              <a:ext uri="{FF2B5EF4-FFF2-40B4-BE49-F238E27FC236}">
                <a16:creationId xmlns:a16="http://schemas.microsoft.com/office/drawing/2014/main" id="{C662C727-0BBC-4789-9D37-8CE951E70FCE}"/>
              </a:ext>
            </a:extLst>
          </p:cNvPr>
          <p:cNvSpPr>
            <a:spLocks xmlns:a="http://schemas.openxmlformats.org/drawingml/2006/main" noGrp="1"/>
          </p:cNvSpPr>
          <p:nvPr/>
        </p:nvSpPr>
        <p:spPr>
          <a:xfrm xmlns:a="http://schemas.openxmlformats.org/drawingml/2006/main">
            <a:off x="13515975" y="8029575"/>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Polly</a:t>
            </a:r>
          </a:p>
        </p:txBody>
      </p:sp>
      <p:sp>
        <p:nvSpPr>
          <p:cNvPr id="61" name="">
            <a:extLst xmlns:a="http://schemas.openxmlformats.org/drawingml/2006/main">
              <a:ext uri="{FF2B5EF4-FFF2-40B4-BE49-F238E27FC236}">
                <a16:creationId xmlns:a16="http://schemas.microsoft.com/office/drawing/2014/main" id="{9A01BE6F-6EF8-4E14-A36D-1DD78DD03217}"/>
              </a:ext>
            </a:extLst>
          </p:cNvPr>
          <p:cNvSpPr>
            <a:spLocks xmlns:a="http://schemas.openxmlformats.org/drawingml/2006/main" noGrp="1"/>
          </p:cNvSpPr>
          <p:nvPr/>
        </p:nvSpPr>
        <p:spPr>
          <a:xfrm xmlns:a="http://schemas.openxmlformats.org/drawingml/2006/main">
            <a:off x="13515975" y="3876675"/>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GPT-OSS reasoning + Titan embeddings</a:t>
            </a:r>
          </a:p>
        </p:txBody>
      </p:sp>
      <p:sp>
        <p:nvSpPr>
          <p:cNvPr id="62" name="">
            <a:extLst xmlns:a="http://schemas.openxmlformats.org/drawingml/2006/main">
              <a:ext uri="{FF2B5EF4-FFF2-40B4-BE49-F238E27FC236}">
                <a16:creationId xmlns:a16="http://schemas.microsoft.com/office/drawing/2014/main" id="{CD350231-65E3-425C-9A43-798D52B994DE}"/>
              </a:ext>
            </a:extLst>
          </p:cNvPr>
          <p:cNvSpPr>
            <a:spLocks xmlns:a="http://schemas.openxmlformats.org/drawingml/2006/main" noGrp="1"/>
          </p:cNvSpPr>
          <p:nvPr/>
        </p:nvSpPr>
        <p:spPr>
          <a:xfrm xmlns:a="http://schemas.openxmlformats.org/drawingml/2006/main">
            <a:off x="13515975" y="5010150"/>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PDFs, menu images, call recordings</a:t>
            </a:r>
          </a:p>
        </p:txBody>
      </p:sp>
      <p:sp>
        <p:nvSpPr>
          <p:cNvPr id="63" name="">
            <a:extLst xmlns:a="http://schemas.openxmlformats.org/drawingml/2006/main">
              <a:ext uri="{FF2B5EF4-FFF2-40B4-BE49-F238E27FC236}">
                <a16:creationId xmlns:a16="http://schemas.microsoft.com/office/drawing/2014/main" id="{D2A3E47B-E6B6-4187-91F0-B896804A1020}"/>
              </a:ext>
            </a:extLst>
          </p:cNvPr>
          <p:cNvSpPr>
            <a:spLocks xmlns:a="http://schemas.openxmlformats.org/drawingml/2006/main" noGrp="1"/>
          </p:cNvSpPr>
          <p:nvPr/>
        </p:nvSpPr>
        <p:spPr>
          <a:xfrm xmlns:a="http://schemas.openxmlformats.org/drawingml/2006/main">
            <a:off x="13515975" y="6143625"/>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PDF text extraction</a:t>
            </a:r>
          </a:p>
        </p:txBody>
      </p:sp>
      <p:sp>
        <p:nvSpPr>
          <p:cNvPr id="64" name="">
            <a:extLst xmlns:a="http://schemas.openxmlformats.org/drawingml/2006/main">
              <a:ext uri="{FF2B5EF4-FFF2-40B4-BE49-F238E27FC236}">
                <a16:creationId xmlns:a16="http://schemas.microsoft.com/office/drawing/2014/main" id="{FAF393FD-ECEA-4457-A903-38741BE6A988}"/>
              </a:ext>
            </a:extLst>
          </p:cNvPr>
          <p:cNvSpPr>
            <a:spLocks xmlns:a="http://schemas.openxmlformats.org/drawingml/2006/main" noGrp="1"/>
          </p:cNvSpPr>
          <p:nvPr/>
        </p:nvSpPr>
        <p:spPr>
          <a:xfrm xmlns:a="http://schemas.openxmlformats.org/drawingml/2006/main">
            <a:off x="13515975" y="7277100"/>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Uploaded speech turns to text</a:t>
            </a:r>
          </a:p>
        </p:txBody>
      </p:sp>
      <p:sp>
        <p:nvSpPr>
          <p:cNvPr id="65" name="">
            <a:extLst xmlns:a="http://schemas.openxmlformats.org/drawingml/2006/main">
              <a:ext uri="{FF2B5EF4-FFF2-40B4-BE49-F238E27FC236}">
                <a16:creationId xmlns:a16="http://schemas.microsoft.com/office/drawing/2014/main" id="{0236AC15-A8D1-49B2-B35D-9AB868079710}"/>
              </a:ext>
            </a:extLst>
          </p:cNvPr>
          <p:cNvSpPr>
            <a:spLocks xmlns:a="http://schemas.openxmlformats.org/drawingml/2006/main" noGrp="1"/>
          </p:cNvSpPr>
          <p:nvPr/>
        </p:nvSpPr>
        <p:spPr>
          <a:xfrm xmlns:a="http://schemas.openxmlformats.org/drawingml/2006/main">
            <a:off x="13515975" y="8410575"/>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Neural voice synthesis</a:t>
            </a:r>
          </a:p>
        </p:txBody>
      </p:sp>
      <p:sp>
        <p:nvSpPr>
          <p:cNvPr id="66" name="">
            <a:extLst xmlns:a="http://schemas.openxmlformats.org/drawingml/2006/main">
              <a:ext uri="{FF2B5EF4-FFF2-40B4-BE49-F238E27FC236}">
                <a16:creationId xmlns:a16="http://schemas.microsoft.com/office/drawing/2014/main" id="{35D761FD-5DE0-4A05-93BE-881E2AFC40C6}"/>
              </a:ext>
            </a:extLst>
          </p:cNvPr>
          <p:cNvSpPr>
            <a:spLocks xmlns:a="http://schemas.openxmlformats.org/drawingml/2006/main" noGrp="1"/>
          </p:cNvSpPr>
          <p:nvPr/>
        </p:nvSpPr>
        <p:spPr>
          <a:xfrm xmlns:a="http://schemas.openxmlformats.org/drawingml/2006/main">
            <a:off x="11715750" y="3781425"/>
            <a:ext cx="19050" cy="4533900"/>
          </a:xfrm>
          <a:prstGeom xmlns:a="http://schemas.openxmlformats.org/drawingml/2006/main" prst="rect">
            <a:avLst/>
          </a:prstGeom>
          <a:solidFill xmlns:a="http://schemas.openxmlformats.org/drawingml/2006/main">
            <a:srgbClr val="C9502F"/>
          </a:solidFill>
          <a:ln xmlns:a="http://schemas.openxmlformats.org/drawingml/2006/main" w="19050">
            <a:solidFill>
              <a:srgbClr val="C9502F"/>
            </a:solidFill>
            <a:prstDash val="solid"/>
          </a:ln>
        </p:spPr>
      </p:sp>
      <p:cxnSp>
        <p:nvCxnSpPr>
          <p:cNvPr id="147" name=""/>
          <p:cNvCxnSpPr>
            <a:stCxn xmlns:a="http://schemas.openxmlformats.org/drawingml/2006/main" id="17" idx="3"/>
            <a:endCxn xmlns:a="http://schemas.openxmlformats.org/drawingml/2006/main" id="66" idx="1"/>
          </p:cNvCxnSpPr>
          <p:nvPr/>
        </p:nvCxnSpPr>
        <p:spPr>
          <a:xfrm xmlns:a="http://schemas.openxmlformats.org/drawingml/2006/main">
            <a:off x="10906125" y="4357688"/>
            <a:ext cx="809625" cy="1690688"/>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cxnSp>
        <p:nvCxnSpPr>
          <p:cNvPr id="148" name=""/>
          <p:cNvCxnSpPr>
            <a:stCxn xmlns:a="http://schemas.openxmlformats.org/drawingml/2006/main" id="66" idx="3"/>
            <a:endCxn xmlns:a="http://schemas.openxmlformats.org/drawingml/2006/main" id="46" idx="1"/>
          </p:cNvCxnSpPr>
          <p:nvPr/>
        </p:nvCxnSpPr>
        <p:spPr>
          <a:xfrm xmlns:a="http://schemas.openxmlformats.org/drawingml/2006/main" flipV="1">
            <a:off x="11734800" y="3786188"/>
            <a:ext cx="838200" cy="2262188"/>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cxnSp>
        <p:nvCxnSpPr>
          <p:cNvPr id="149" name=""/>
          <p:cNvCxnSpPr>
            <a:stCxn xmlns:a="http://schemas.openxmlformats.org/drawingml/2006/main" id="66" idx="3"/>
            <a:endCxn xmlns:a="http://schemas.openxmlformats.org/drawingml/2006/main" id="49" idx="1"/>
          </p:cNvCxnSpPr>
          <p:nvPr/>
        </p:nvCxnSpPr>
        <p:spPr>
          <a:xfrm xmlns:a="http://schemas.openxmlformats.org/drawingml/2006/main" flipV="1">
            <a:off x="11734800" y="4919663"/>
            <a:ext cx="838200" cy="1128713"/>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cxnSp>
        <p:nvCxnSpPr>
          <p:cNvPr id="150" name=""/>
          <p:cNvCxnSpPr>
            <a:stCxn xmlns:a="http://schemas.openxmlformats.org/drawingml/2006/main" id="66" idx="3"/>
            <a:endCxn xmlns:a="http://schemas.openxmlformats.org/drawingml/2006/main" id="52" idx="1"/>
          </p:cNvCxnSpPr>
          <p:nvPr/>
        </p:nvCxnSpPr>
        <p:spPr>
          <a:xfrm xmlns:a="http://schemas.openxmlformats.org/drawingml/2006/main">
            <a:off x="11734800" y="6048375"/>
            <a:ext cx="838200" cy="4763"/>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cxnSp>
        <p:nvCxnSpPr>
          <p:cNvPr id="151" name=""/>
          <p:cNvCxnSpPr>
            <a:stCxn xmlns:a="http://schemas.openxmlformats.org/drawingml/2006/main" id="66" idx="3"/>
            <a:endCxn xmlns:a="http://schemas.openxmlformats.org/drawingml/2006/main" id="55" idx="1"/>
          </p:cNvCxnSpPr>
          <p:nvPr/>
        </p:nvCxnSpPr>
        <p:spPr>
          <a:xfrm xmlns:a="http://schemas.openxmlformats.org/drawingml/2006/main">
            <a:off x="11734800" y="6048375"/>
            <a:ext cx="838200" cy="1138238"/>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cxnSp>
        <p:nvCxnSpPr>
          <p:cNvPr id="152" name=""/>
          <p:cNvCxnSpPr>
            <a:stCxn xmlns:a="http://schemas.openxmlformats.org/drawingml/2006/main" id="66" idx="3"/>
            <a:endCxn xmlns:a="http://schemas.openxmlformats.org/drawingml/2006/main" id="58" idx="1"/>
          </p:cNvCxnSpPr>
          <p:nvPr/>
        </p:nvCxnSpPr>
        <p:spPr>
          <a:xfrm xmlns:a="http://schemas.openxmlformats.org/drawingml/2006/main">
            <a:off x="11734800" y="6048375"/>
            <a:ext cx="838200" cy="2271713"/>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pic>
        <p:nvPicPr>
          <p:cNvPr id="153" name=""/>
          <p:cNvPicPr>
            <a:picLocks xmlns:a="http://schemas.openxmlformats.org/drawingml/2006/main" noChangeAspect="1"/>
          </p:cNvPicPr>
          <p:nvPr/>
        </p:nvPicPr>
        <p:blipFill>
          <a:blip xmlns:r="http://schemas.openxmlformats.org/officeDocument/2006/relationships" xmlns:a="http://schemas.openxmlformats.org/drawingml/2006/main" r:embed="R8f880019607c42d7"/>
          <a:stretch xmlns:a="http://schemas.openxmlformats.org/drawingml/2006/main"/>
        </p:blipFill>
        <p:spPr>
          <a:xfrm xmlns:a="http://schemas.openxmlformats.org/drawingml/2006/main">
            <a:off x="571500" y="9286875"/>
            <a:ext cx="457200" cy="457200"/>
          </a:xfrm>
          <a:prstGeom xmlns:a="http://schemas.openxmlformats.org/drawingml/2006/main" prst="rect">
            <a:avLst/>
          </a:prstGeom>
        </p:spPr>
      </p:pic>
      <p:sp>
        <p:nvSpPr>
          <p:cNvPr id="74" name="">
            <a:extLst xmlns:a="http://schemas.openxmlformats.org/drawingml/2006/main">
              <a:ext uri="{FF2B5EF4-FFF2-40B4-BE49-F238E27FC236}">
                <a16:creationId xmlns:a16="http://schemas.microsoft.com/office/drawing/2014/main" id="{45B0C23A-398E-4DB4-8E63-A8B44C560DDC}"/>
              </a:ext>
            </a:extLst>
          </p:cNvPr>
          <p:cNvSpPr>
            <a:spLocks xmlns:a="http://schemas.openxmlformats.org/drawingml/2006/main" noGrp="1"/>
          </p:cNvSpPr>
          <p:nvPr/>
        </p:nvSpPr>
        <p:spPr>
          <a:xfrm xmlns:a="http://schemas.openxmlformats.org/drawingml/2006/main">
            <a:off x="1143000" y="93630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Guardrails: optional</a:t>
            </a:r>
          </a:p>
        </p:txBody>
      </p:sp>
      <p:pic>
        <p:nvPicPr>
          <p:cNvPr id="155" name=""/>
          <p:cNvPicPr>
            <a:picLocks xmlns:a="http://schemas.openxmlformats.org/drawingml/2006/main" noChangeAspect="1"/>
          </p:cNvPicPr>
          <p:nvPr/>
        </p:nvPicPr>
        <p:blipFill>
          <a:blip xmlns:r="http://schemas.openxmlformats.org/officeDocument/2006/relationships" xmlns:a="http://schemas.openxmlformats.org/drawingml/2006/main" r:embed="Rd9eaa099b28a4cb1"/>
          <a:stretch xmlns:a="http://schemas.openxmlformats.org/drawingml/2006/main"/>
        </p:blipFill>
        <p:spPr>
          <a:xfrm xmlns:a="http://schemas.openxmlformats.org/drawingml/2006/main">
            <a:off x="4714875" y="9286875"/>
            <a:ext cx="457200" cy="457200"/>
          </a:xfrm>
          <a:prstGeom xmlns:a="http://schemas.openxmlformats.org/drawingml/2006/main" prst="rect">
            <a:avLst/>
          </a:prstGeom>
        </p:spPr>
      </p:pic>
      <p:sp>
        <p:nvSpPr>
          <p:cNvPr id="76" name="">
            <a:extLst xmlns:a="http://schemas.openxmlformats.org/drawingml/2006/main">
              <a:ext uri="{FF2B5EF4-FFF2-40B4-BE49-F238E27FC236}">
                <a16:creationId xmlns:a16="http://schemas.microsoft.com/office/drawing/2014/main" id="{E8AD480B-362E-4731-BF3A-20120307AC02}"/>
              </a:ext>
            </a:extLst>
          </p:cNvPr>
          <p:cNvSpPr>
            <a:spLocks xmlns:a="http://schemas.openxmlformats.org/drawingml/2006/main" noGrp="1"/>
          </p:cNvSpPr>
          <p:nvPr/>
        </p:nvSpPr>
        <p:spPr>
          <a:xfrm xmlns:a="http://schemas.openxmlformats.org/drawingml/2006/main">
            <a:off x="5286375" y="93630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05299"/>
                </a:solidFill>
                <a:latin typeface="Arial"/>
                <a:ea typeface="Arial"/>
                <a:cs typeface="Arial"/>
              </a:defRPr>
            </a:pPr>
            <a:r>
              <a:rPr sz="1800" b="0">
                <a:solidFill>
                  <a:srgbClr val="805299"/>
                </a:solidFill>
                <a:latin typeface="Arial"/>
                <a:ea typeface="Arial"/>
                <a:cs typeface="Arial"/>
              </a:rPr>
              <a:t>SageMaker: planned</a:t>
            </a:r>
          </a:p>
        </p:txBody>
      </p:sp>
      <p:pic>
        <p:nvPicPr>
          <p:cNvPr id="157" name=""/>
          <p:cNvPicPr>
            <a:picLocks xmlns:a="http://schemas.openxmlformats.org/drawingml/2006/main" noChangeAspect="1"/>
          </p:cNvPicPr>
          <p:nvPr/>
        </p:nvPicPr>
        <p:blipFill>
          <a:blip xmlns:r="http://schemas.openxmlformats.org/officeDocument/2006/relationships" xmlns:a="http://schemas.openxmlformats.org/drawingml/2006/main" r:embed="Rf0300059bd28410b"/>
          <a:stretch xmlns:a="http://schemas.openxmlformats.org/drawingml/2006/main"/>
        </p:blipFill>
        <p:spPr>
          <a:xfrm xmlns:a="http://schemas.openxmlformats.org/drawingml/2006/main">
            <a:off x="9096375" y="9286875"/>
            <a:ext cx="457200" cy="457200"/>
          </a:xfrm>
          <a:prstGeom xmlns:a="http://schemas.openxmlformats.org/drawingml/2006/main" prst="rect">
            <a:avLst/>
          </a:prstGeom>
        </p:spPr>
      </p:pic>
      <p:sp>
        <p:nvSpPr>
          <p:cNvPr id="78" name="">
            <a:extLst xmlns:a="http://schemas.openxmlformats.org/drawingml/2006/main">
              <a:ext uri="{FF2B5EF4-FFF2-40B4-BE49-F238E27FC236}">
                <a16:creationId xmlns:a16="http://schemas.microsoft.com/office/drawing/2014/main" id="{1AC436FC-C8FA-48CA-9667-2848FD8C5B36}"/>
              </a:ext>
            </a:extLst>
          </p:cNvPr>
          <p:cNvSpPr>
            <a:spLocks xmlns:a="http://schemas.openxmlformats.org/drawingml/2006/main" noGrp="1"/>
          </p:cNvSpPr>
          <p:nvPr/>
        </p:nvSpPr>
        <p:spPr>
          <a:xfrm xmlns:a="http://schemas.openxmlformats.org/drawingml/2006/main">
            <a:off x="9667875" y="9363075"/>
            <a:ext cx="4191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CloudWatch: helper only</a:t>
            </a:r>
          </a:p>
        </p:txBody>
      </p:sp>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c141eaae2ef4420d"/>
          <a:stretch xmlns:a="http://schemas.openxmlformats.org/drawingml/2006/main"/>
        </p:blipFill>
        <p:spPr>
          <a:xfrm xmlns:a="http://schemas.openxmlformats.org/drawingml/2006/main">
            <a:off x="14097000" y="9286875"/>
            <a:ext cx="457200" cy="457200"/>
          </a:xfrm>
          <a:prstGeom xmlns:a="http://schemas.openxmlformats.org/drawingml/2006/main" prst="rect">
            <a:avLst/>
          </a:prstGeom>
        </p:spPr>
      </p:pic>
      <p:sp>
        <p:nvSpPr>
          <p:cNvPr id="80" name="">
            <a:extLst xmlns:a="http://schemas.openxmlformats.org/drawingml/2006/main">
              <a:ext uri="{FF2B5EF4-FFF2-40B4-BE49-F238E27FC236}">
                <a16:creationId xmlns:a16="http://schemas.microsoft.com/office/drawing/2014/main" id="{5C44C239-68E3-450C-A685-DCA5AEF4DCDE}"/>
              </a:ext>
            </a:extLst>
          </p:cNvPr>
          <p:cNvSpPr>
            <a:spLocks xmlns:a="http://schemas.openxmlformats.org/drawingml/2006/main" noGrp="1"/>
          </p:cNvSpPr>
          <p:nvPr/>
        </p:nvSpPr>
        <p:spPr>
          <a:xfrm xmlns:a="http://schemas.openxmlformats.org/drawingml/2006/main">
            <a:off x="14668500" y="9363075"/>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Secrets: helper only</a:t>
            </a:r>
          </a:p>
        </p:txBody>
      </p:sp>
    </p:spTree>
    <p:extLst>
      <p:ext uri="{BB962C8B-B14F-4D97-AF65-F5344CB8AC3E}">
        <p14:creationId xmlns:p14="http://schemas.microsoft.com/office/powerpoint/2010/main" val="317301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2026-09-12T13:22:14.6740000Z</dcterms:created>
  <dcterms:modified xsi:type="dcterms:W3CDTF">2026-09-12T13:22:14.6740000Z</dcterms:modified>
</coreProperties>
</file>